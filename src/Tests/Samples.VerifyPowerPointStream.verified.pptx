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entation.xml" ContentType="application/vnd.openxmlformats-officedocument.presentationml.presentation.main+xml"/>
  <Override PartName="/ppt/presProps.xml" ContentType="application/vnd.openxmlformats-officedocument.presentationml.presProp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&#65279;<?xml version="1.0" encoding="utf-8" standalone="yes"?><Relationships xmlns="http://schemas.openxmlformats.org/package/2006/relationships"><Relationship Id="DeterministicId1" Type="http://schemas.openxmlformats.org/officeDocument/2006/relationships/extended-properties" Target="docProps/app.xml" /><Relationship Id="DeterministicId2" Type="http://schemas.openxmlformats.org/officeDocument/2006/relationships/officeDocument" Target="ppt/presentation.xml" /><Relationship Id="DeterministicId3" Type="http://schemas.openxmlformats.org/package/2006/relationships/metadata/core-properties" Target="docProps/core.xml" /><Relationship Id="DeterministicId4"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DeterministicId6"/>
    <p:sldMasterId id="2147483649" r:id="DeterministicId7"/>
  </p:sldMasterIdLst>
  <p:notesMasterIdLst>
    <p:notesMasterId r:id="DeterministicId1"/>
  </p:notesMasterIdLst>
  <p:sldIdLst>
    <p:sldId id="256" r:id="DeterministicId3"/>
    <p:sldId id="257" r:id="DeterministicId4"/>
    <p:sldId id="258" r:id="DeterministicId5"/>
  </p:sldIdLst>
  <p:sldSz cx="10080625" cy="7559675" type="custom"/>
  <p:notesSz cx="7559675" cy="10691813"/>
  <p:defaultTextStyle>
    <a:defPPr defTabSz="457200">
      <a:defRPr lang="en-GB" dirty="0"/>
    </a:defPPr>
    <a:lvl1pPr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1pPr>
    <a:lvl2pPr marL="742950" indent="-28575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2pPr>
    <a:lvl3pPr marL="11430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3pPr>
    <a:lvl4pPr marL="16002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4pPr>
    <a:lvl5pPr marL="20574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5pPr>
    <a:lvl6pPr marL="2286000" rtl="0" algn="l" defTabSz="914400">
      <a:defRPr kern="1200" dirty="0">
        <a:solidFill>
          <a:schemeClr val="tx1"/>
        </a:solidFill>
        <a:latin typeface="Arial"/>
        <a:ea typeface="+mn-ea"/>
        <a:cs typeface="Droid Sans Fallback"/>
      </a:defRPr>
    </a:lvl6pPr>
    <a:lvl7pPr marL="2743200" rtl="0" algn="l" defTabSz="914400">
      <a:defRPr kern="1200" dirty="0">
        <a:solidFill>
          <a:schemeClr val="tx1"/>
        </a:solidFill>
        <a:latin typeface="Arial"/>
        <a:ea typeface="+mn-ea"/>
        <a:cs typeface="Droid Sans Fallback"/>
      </a:defRPr>
    </a:lvl7pPr>
    <a:lvl8pPr marL="3200400" rtl="0" algn="l" defTabSz="914400">
      <a:defRPr kern="1200" dirty="0">
        <a:solidFill>
          <a:schemeClr val="tx1"/>
        </a:solidFill>
        <a:latin typeface="Arial"/>
        <a:ea typeface="+mn-ea"/>
        <a:cs typeface="Droid Sans Fallback"/>
      </a:defRPr>
    </a:lvl8pPr>
    <a:lvl9pPr marL="3657600" rtl="0" algn="l" defTabSz="914400">
      <a:defRPr kern="1200" dirty="0">
        <a:solidFill>
          <a:schemeClr val="tx1"/>
        </a:solidFill>
        <a:latin typeface="Arial"/>
        <a:ea typeface="+mn-ea"/>
        <a:cs typeface="Droid Sans Fallback"/>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40" d="100"/>
          <a:sy n="140" d="100"/>
        </p:scale>
        <p:origin x="4458" y="126"/>
      </p:cViewPr>
      <p:guideLst>
        <p:guide orient="horz" pos="2160"/>
        <p:guide pos="2880"/>
      </p:guideLst>
    </p:cSldViewPr>
  </p:slideViewPr>
  <p:outlineViewPr>
    <p:cViewPr varScale="1">
      <p:scale>
        <a:sx n="170" d="200"/>
        <a:sy n="170" d="200"/>
      </p:scale>
      <p:origin x="-780" y="-84"/>
    </p:cViewPr>
  </p:outlineViewPr>
  <p:notesTextViewPr>
    <p:cViewPr>
      <p:scale>
        <a:sx n="1" d="1"/>
        <a:sy n="1" d="1"/>
      </p:scale>
      <p:origin x="0" y="0"/>
    </p:cViewPr>
  </p:notesTextViewPr>
  <p:notesViewPr>
    <p:cSldViewPr>
      <p:cViewPr varScale="1">
        <p:scale>
          <a:sx n="59" d="100"/>
          <a:sy n="59" d="100"/>
        </p:scale>
        <p:origin x="-1752" y="-72"/>
      </p:cViewPr>
      <p:guideLst>
        <p:guide orient="horz" pos="2880"/>
        <p:guide pos="2160"/>
      </p:guideLst>
    </p:cSldViewPr>
  </p:notesViewPr>
  <p:gridSpacing cx="72008" cy="72008"/>
</p:viewPr>
</file>

<file path=ppt/_rels/presentation.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presProps" Target="presProps.xml" /><Relationship Id="DeterministicId3" Type="http://schemas.openxmlformats.org/officeDocument/2006/relationships/slide" Target="slides/slide1.xml" /><Relationship Id="DeterministicId4" Type="http://schemas.openxmlformats.org/officeDocument/2006/relationships/slide" Target="slides/slide2.xml" /><Relationship Id="DeterministicId5" Type="http://schemas.openxmlformats.org/officeDocument/2006/relationships/slide" Target="slides/slide3.xml" /><Relationship Id="DeterministicId6" Type="http://schemas.openxmlformats.org/officeDocument/2006/relationships/slideMaster" Target="slideMasters/slideMaster1.xml" /><Relationship Id="DeterministicId7" Type="http://schemas.openxmlformats.org/officeDocument/2006/relationships/slideMaster" Target="slideMasters/slideMaster2.xml" /><Relationship Id="DeterministicId8" Type="http://schemas.openxmlformats.org/officeDocument/2006/relationships/tableStyles" Target="tableStyles.xml" /><Relationship Id="DeterministicId9" Type="http://schemas.openxmlformats.org/officeDocument/2006/relationships/theme" Target="theme/theme1.xml" /><Relationship Id="DeterministicId10" Type="http://schemas.openxmlformats.org/officeDocument/2006/relationships/viewProps" Target="viewProps.xml" /></Relationships>
</file>

<file path=ppt/notesMasters/_rels/notesMaster1.xml.rels>&#65279;<?xml version="1.0" encoding="utf-8" standalone="yes"?><Relationships xmlns="http://schemas.openxmlformats.org/package/2006/relationships"><Relationship Id="DeterministicId1" Type="http://schemas.openxmlformats.org/officeDocument/2006/relationships/theme" Target="/ppt/theme/theme3.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73" name="Rectangle 1"/>
          <p:cNvSpPr>
            <a:spLocks noGrp="1"/>
          </p:cNvSpPr>
          <p:nvPr>
            <p:ph type="sldImg"/>
          </p:nvPr>
        </p:nvSpPr>
        <p:spPr bwMode="auto">
          <a:xfrm>
            <a:off x="1484313" y="900113"/>
            <a:ext cx="4587875" cy="3440112"/>
          </a:xfrm>
          <a:prstGeom prst="rect">
            <a:avLst/>
          </a:prstGeom>
          <a:noFill/>
          <a:ln>
            <a:noFill/>
            <a:headEnd type="none"/>
            <a:tailEnd type="none"/>
          </a:ln>
          <a:effectLst/>
        </p:spPr>
        <p:txBody>
          <a:bodyPr wrap="square"/>
          <a:lstStyle/>
          <a:p/>
        </p:txBody>
      </p:sp>
      <p:sp>
        <p:nvSpPr>
          <p:cNvPr id="3074" name="Rectangle 2"/>
          <p:cNvSpPr>
            <a:spLocks noGrp="1"/>
          </p:cNvSpPr>
          <p:nvPr>
            <p:ph type="body"/>
          </p:nvPr>
        </p:nvSpPr>
        <p:spPr bwMode="auto">
          <a:xfrm>
            <a:off x="720725" y="4679950"/>
            <a:ext cx="6118225" cy="5038725"/>
          </a:xfrm>
          <a:prstGeom prst="rect">
            <a:avLst/>
          </a:prstGeom>
          <a:noFill/>
          <a:ln>
            <a:noFill/>
            <a:headEnd type="none"/>
            <a:tailEnd type="none"/>
          </a:ln>
          <a:effectLst/>
        </p:spPr>
        <p:txBody>
          <a:bodyPr numCol="1" lIns="0" tIns="0" rIns="0" bIns="0" anchor="t" wrap="square">
            <a:prstTxWarp prst="textNoShape">
              <a:avLst/>
            </a:prstTxWarp>
          </a:bodyPr>
          <a:lstStyle/>
          <a:p>
            <a:pPr/>
            <a:endParaRPr altLang="en-US" lang="en-US" dirty="0"/>
          </a:p>
        </p:txBody>
      </p:sp>
      <p:sp>
        <p:nvSpPr>
          <p:cNvPr id="3075" name="Rectangle 3"/>
          <p:cNvSpPr>
            <a:spLocks noGrp="1"/>
          </p:cNvSpPr>
          <p:nvPr>
            <p:ph type="hdr"/>
          </p:nvPr>
        </p:nvSpPr>
        <p:spPr bwMode="auto">
          <a:xfrm>
            <a:off x="0" y="0"/>
            <a:ext cx="3278188" cy="533400"/>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6" name="Rectangle 4"/>
          <p:cNvSpPr>
            <a:spLocks noGrp="1"/>
          </p:cNvSpPr>
          <p:nvPr>
            <p:ph type="dt"/>
          </p:nvPr>
        </p:nvSpPr>
        <p:spPr bwMode="auto">
          <a:xfrm>
            <a:off x="4279900" y="0"/>
            <a:ext cx="3278188" cy="533400"/>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7" name="Rectangle 5"/>
          <p:cNvSpPr>
            <a:spLocks noGrp="1"/>
          </p:cNvSpPr>
          <p:nvPr>
            <p:ph type="ftr"/>
          </p:nvPr>
        </p:nvSpPr>
        <p:spPr bwMode="auto">
          <a:xfrm>
            <a:off x="0" y="10156825"/>
            <a:ext cx="3278188" cy="533400"/>
          </a:xfrm>
          <a:prstGeom prst="rect">
            <a:avLst/>
          </a:prstGeom>
          <a:noFill/>
          <a:ln>
            <a:noFill/>
            <a:headEnd type="none"/>
            <a:tailEnd type="none"/>
          </a:ln>
          <a:effectLst/>
        </p:spPr>
        <p:txBody>
          <a:bodyPr numCol="1" lIns="0" tIns="0" rIns="0" bIns="0" anchor="b" wrap="square">
            <a:prstTxWarp prst="textNoShape">
              <a:avLst/>
            </a:prstTxWarp>
          </a:bodyPr>
          <a:lstStyle>
            <a:lvl1pP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8" name="Rectangle 6"/>
          <p:cNvSpPr>
            <a:spLocks noGrp="1"/>
          </p:cNvSpPr>
          <p:nvPr>
            <p:ph type="sldNum"/>
          </p:nvPr>
        </p:nvSpPr>
        <p:spPr bwMode="auto">
          <a:xfrm>
            <a:off x="4279900" y="10156825"/>
            <a:ext cx="3278188" cy="533400"/>
          </a:xfrm>
          <a:prstGeom prst="rect">
            <a:avLst/>
          </a:prstGeom>
          <a:noFill/>
          <a:ln>
            <a:noFill/>
            <a:headEnd type="none"/>
            <a:tailEnd type="none"/>
          </a:ln>
          <a:effectLst/>
        </p:spPr>
        <p:txBody>
          <a:bodyPr numCol="1" lIns="0" tIns="0" rIns="0" bIns="0" anchor="b" wrap="square">
            <a:prstTxWarp prst="textNoShape">
              <a:avLst/>
            </a:prstTxWarp>
          </a:bodyPr>
          <a:lstStyle>
            <a:lvl1pPr algn="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fld id="{77D45E74-418F-4FE2-8238-23C006C818F5}" type="slidenum">
              <a:rPr altLang="en-US" lang="en-US" dirty="0"/>
              <a:t>‹#›</a:t>
            </a:fld>
            <a:endParaRPr altLang="en-US" lang="en-US" dirty="0"/>
          </a:p>
        </p:txBody>
      </p:sp>
    </p:spTree>
  </p:cSld>
  <p:clrMap bg1="lt1" tx1="dk1" bg2="lt2" tx2="dk2" accent1="accent1" accent2="accent2" accent3="accent3" accent4="accent4" accent5="accent5" accent6="accent6" hlink="hlink" folHlink="folHlink"/>
  <p:notesStyle>
    <a:lvl1pPr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1pPr>
    <a:lvl2pPr marL="742950" indent="-28575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2pPr>
    <a:lvl3pPr marL="11430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3pPr>
    <a:lvl4pPr marL="16002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4pPr>
    <a:lvl5pPr marL="20574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5pPr>
    <a:lvl6pPr marL="2286000" rtl="0" algn="l" defTabSz="914400">
      <a:defRPr sz="1200" kern="1200" dirty="0">
        <a:solidFill>
          <a:schemeClr val="dk1"/>
        </a:solidFill>
        <a:latin typeface="+mn-lt"/>
        <a:ea typeface="+mn-ea"/>
        <a:cs typeface="+mn-cs"/>
      </a:defRPr>
    </a:lvl6pPr>
    <a:lvl7pPr marL="2743200" rtl="0" algn="l" defTabSz="914400">
      <a:defRPr sz="1200" kern="1200" dirty="0">
        <a:solidFill>
          <a:schemeClr val="dk1"/>
        </a:solidFill>
        <a:latin typeface="+mn-lt"/>
        <a:ea typeface="+mn-ea"/>
        <a:cs typeface="+mn-cs"/>
      </a:defRPr>
    </a:lvl7pPr>
    <a:lvl8pPr marL="3200400" rtl="0" algn="l" defTabSz="914400">
      <a:defRPr sz="1200" kern="1200" dirty="0">
        <a:solidFill>
          <a:schemeClr val="dk1"/>
        </a:solidFill>
        <a:latin typeface="+mn-lt"/>
        <a:ea typeface="+mn-ea"/>
        <a:cs typeface="+mn-cs"/>
      </a:defRPr>
    </a:lvl8pPr>
    <a:lvl9pPr marL="3657600" rtl="0" algn="l" defTabSz="914400">
      <a:defRPr sz="1200" kern="1200" dirty="0">
        <a:solidFill>
          <a:schemeClr val="dk1"/>
        </a:solidFill>
        <a:latin typeface="+mn-lt"/>
        <a:ea typeface="+mn-ea"/>
        <a:cs typeface="+mn-cs"/>
      </a:defRPr>
    </a:lvl9pPr>
  </p:notesStyle>
</p:notesMaster>
</file>

<file path=ppt/notesSlides/_rels/notesSlide1.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1.xml" /></Relationships>
</file>

<file path=ppt/notesSlides/_rels/notesSlide2.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2.xml" /></Relationships>
</file>

<file path=ppt/notesSlides/_rels/notesSlide3.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ED209DE0-E5C1-44D8-9BF0-9DA0706D5D5A}" type="slidenum">
              <a:rPr altLang="en-US" lang="en-US" dirty="0"/>
              <a:t>1</a:t>
            </a:fld>
            <a:endParaRPr altLang="en-US" lang="en-US" dirty="0"/>
          </a:p>
        </p:txBody>
      </p:sp>
      <p:sp>
        <p:nvSpPr>
          <p:cNvPr id="7169"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7170"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D3180D40-A7F3-46EA-9D95-08FD84A953D8}" type="slidenum">
              <a:rPr altLang="en-US" lang="en-US" dirty="0"/>
              <a:t>2</a:t>
            </a:fld>
            <a:endParaRPr altLang="en-US" lang="en-US" dirty="0"/>
          </a:p>
        </p:txBody>
      </p:sp>
      <p:sp>
        <p:nvSpPr>
          <p:cNvPr id="8193"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8194"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7C25B1CD-B6D6-4478-8D13-63254DE94956}" type="slidenum">
              <a:rPr altLang="en-US" lang="en-US" dirty="0"/>
              <a:t>3</a:t>
            </a:fld>
            <a:endParaRPr altLang="en-US" lang="en-US" dirty="0"/>
          </a:p>
        </p:txBody>
      </p:sp>
      <p:sp>
        <p:nvSpPr>
          <p:cNvPr id="9217"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9218"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slideLayouts/_rels/slideLayout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2.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3.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4.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5.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6.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7.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8.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9.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0.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4.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5.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6.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7.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8.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9.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0.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1.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0475" y="1236663"/>
            <a:ext cx="7559675" cy="2632075"/>
          </a:xfrm>
          <a:ln>
            <a:headEnd type="none"/>
            <a:tailEnd type="none"/>
          </a:ln>
        </p:spPr>
        <p:txBody>
          <a:bodyPr anchor="b" wrap="square"/>
          <a:lstStyle>
            <a:lvl1pPr algn="ctr">
              <a:defRPr sz="6000" dirty="0"/>
            </a:lvl1pPr>
          </a:lstStyle>
          <a:p>
            <a:pPr/>
            <a:r>
              <a:rPr lang="en-US" dirty="0"/>
              <a:t>Click to edit Master title style</a:t>
            </a:r>
            <a:endParaRPr lang="en-AU" dirty="0"/>
          </a:p>
        </p:txBody>
      </p:sp>
      <p:sp>
        <p:nvSpPr>
          <p:cNvPr id="3" name="Subtitle 2"/>
          <p:cNvSpPr>
            <a:spLocks noGrp="1"/>
          </p:cNvSpPr>
          <p:nvPr>
            <p:ph type="subTitle" idx="1"/>
          </p:nvPr>
        </p:nvSpPr>
        <p:spPr>
          <a:xfrm>
            <a:off x="1260475" y="3970338"/>
            <a:ext cx="7559675" cy="1825625"/>
          </a:xfrm>
          <a:ln>
            <a:headEnd type="none"/>
            <a:tailEnd type="none"/>
          </a:ln>
        </p:spPr>
        <p:txBody>
          <a:bodyPr wrap="square"/>
          <a:lstStyle>
            <a:lvl1pPr marL="0" indent="0" algn="ctr">
              <a:buNone/>
              <a:defRPr sz="2400" dirty="0"/>
            </a:lvl1pPr>
            <a:lvl2pPr marL="457200" indent="0" algn="ctr">
              <a:buNone/>
              <a:defRPr sz="2000" dirty="0"/>
            </a:lvl2pPr>
            <a:lvl3pPr marL="914400" indent="0" algn="ctr">
              <a:buNone/>
              <a:defRPr sz="1800" dirty="0"/>
            </a:lvl3pPr>
            <a:lvl4pPr marL="1371600" indent="0" algn="ctr">
              <a:buNone/>
              <a:defRPr sz="1600" dirty="0"/>
            </a:lvl4pPr>
            <a:lvl5pPr marL="1828800" indent="0" algn="ctr">
              <a:buNone/>
              <a:defRPr sz="1600" dirty="0"/>
            </a:lvl5pPr>
            <a:lvl6pPr marL="2286000" indent="0" algn="ctr">
              <a:buNone/>
              <a:defRPr sz="1600" dirty="0"/>
            </a:lvl6pPr>
            <a:lvl7pPr marL="2743200" indent="0" algn="ctr">
              <a:buNone/>
              <a:defRPr sz="1600" dirty="0"/>
            </a:lvl7pPr>
            <a:lvl8pPr marL="3200400" indent="0" algn="ctr">
              <a:buNone/>
              <a:defRPr sz="1600" dirty="0"/>
            </a:lvl8pPr>
            <a:lvl9pPr marL="3657600" indent="0" algn="ctr">
              <a:buNone/>
              <a:defRPr sz="1600" dirty="0"/>
            </a:lvl9pPr>
          </a:lstStyle>
          <a:p>
            <a:pPr/>
            <a:r>
              <a:rPr lang="en-US" dirty="0"/>
              <a:t>Click to edit Master subtitle style</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3DEA7D2A-4504-413F-BFD8-59CEE923DA6D}" type="slidenum">
              <a:rPr altLang="en-US" lang="en-US" dirty="0"/>
              <a:t>‹#›</a:t>
            </a:fld>
            <a:endParaRPr altLang="en-US"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idx="1"/>
          </p:nvPr>
        </p:nvSpPr>
        <p:spPr>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F1E9BB08-6AAD-4D84-BBA5-270EB43AF3FD}" type="slidenum">
              <a:rPr altLang="en-US" lang="en-US" dirty="0"/>
              <a:t>‹#›</a:t>
            </a:fld>
            <a:endParaRPr altLang="en-US"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7388" y="1884363"/>
            <a:ext cx="8694737" cy="3144837"/>
          </a:xfrm>
          <a:ln>
            <a:headEnd type="none"/>
            <a:tailEnd type="none"/>
          </a:ln>
        </p:spPr>
        <p:txBody>
          <a:bodyPr anchor="b" wrap="square"/>
          <a:lstStyle>
            <a:lvl1pPr>
              <a:defRPr sz="6000" dirty="0"/>
            </a:lvl1pPr>
          </a:lstStyle>
          <a:p>
            <a:pPr/>
            <a:r>
              <a:rPr lang="en-US" dirty="0"/>
              <a:t>Click to edit Master title style</a:t>
            </a:r>
            <a:endParaRPr lang="en-AU" dirty="0"/>
          </a:p>
        </p:txBody>
      </p:sp>
      <p:sp>
        <p:nvSpPr>
          <p:cNvPr id="3" name="Text Placeholder 2"/>
          <p:cNvSpPr>
            <a:spLocks noGrp="1"/>
          </p:cNvSpPr>
          <p:nvPr>
            <p:ph type="body" idx="1"/>
          </p:nvPr>
        </p:nvSpPr>
        <p:spPr>
          <a:xfrm>
            <a:off x="687388" y="5059363"/>
            <a:ext cx="8694737" cy="1652587"/>
          </a:xfrm>
          <a:ln>
            <a:headEnd type="none"/>
            <a:tailEnd type="none"/>
          </a:ln>
        </p:spPr>
        <p:txBody>
          <a:bodyPr wrap="square"/>
          <a:lstStyle>
            <a:lvl1pPr marL="0" indent="0">
              <a:buNone/>
              <a:defRPr sz="2400" dirty="0"/>
            </a:lvl1pPr>
            <a:lvl2pPr marL="457200" indent="0">
              <a:buNone/>
              <a:defRPr sz="2000" dirty="0"/>
            </a:lvl2pPr>
            <a:lvl3pPr marL="914400" indent="0">
              <a:buNone/>
              <a:defRPr sz="1800" dirty="0"/>
            </a:lvl3pPr>
            <a:lvl4pPr marL="1371600" indent="0">
              <a:buNone/>
              <a:defRPr sz="1600" dirty="0"/>
            </a:lvl4pPr>
            <a:lvl5pPr marL="1828800" indent="0">
              <a:buNone/>
              <a:defRPr sz="1600" dirty="0"/>
            </a:lvl5pPr>
            <a:lvl6pPr marL="2286000" indent="0">
              <a:buNone/>
              <a:defRPr sz="1600" dirty="0"/>
            </a:lvl6pPr>
            <a:lvl7pPr marL="2743200" indent="0">
              <a:buNone/>
              <a:defRPr sz="1600" dirty="0"/>
            </a:lvl7pPr>
            <a:lvl8pPr marL="3200400" indent="0">
              <a:buNone/>
              <a:defRPr sz="1600" dirty="0"/>
            </a:lvl8pPr>
            <a:lvl9pPr marL="3657600" indent="0">
              <a:buNone/>
              <a:defRPr sz="1600" dirty="0"/>
            </a:lvl9pPr>
          </a:lstStyle>
          <a:p>
            <a:pPr/>
            <a:r>
              <a:rPr lang="en-US" dirty="0"/>
              <a:t>Click to edit Master text styles</a:t>
            </a:r>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2D0DE394-EFC4-4853-A286-0B0E7458D2A1}" type="slidenum">
              <a:rPr altLang="en-US" lang="en-US" dirty="0"/>
              <a:t>‹#›</a:t>
            </a:fld>
            <a:endParaRPr altLang="en-US"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sz="half" idx="1"/>
          </p:nvPr>
        </p:nvSpPr>
        <p:spPr>
          <a:xfrm>
            <a:off x="503238" y="1768475"/>
            <a:ext cx="4457700"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5113338" y="1768475"/>
            <a:ext cx="4459287"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51B427F-D222-446F-8359-C1E9E77F8E4D}" type="slidenum">
              <a:rPr altLang="en-US" lang="en-US" dirty="0"/>
              <a:t>‹#›</a:t>
            </a:fld>
            <a:endParaRPr altLang="en-US"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93738" y="403225"/>
            <a:ext cx="8694737" cy="1460500"/>
          </a:xfrm>
          <a:ln>
            <a:headEnd type="none"/>
            <a:tailEnd type="none"/>
          </a:ln>
        </p:spPr>
        <p:txBody>
          <a:bodyPr wrap="square"/>
          <a:lstStyle/>
          <a:p>
            <a:pPr/>
            <a:r>
              <a:rPr lang="en-US" dirty="0"/>
              <a:t>Click to edit Master title style</a:t>
            </a:r>
            <a:endParaRPr lang="en-AU" dirty="0"/>
          </a:p>
        </p:txBody>
      </p:sp>
      <p:sp>
        <p:nvSpPr>
          <p:cNvPr id="3" name="Text Placeholder 2"/>
          <p:cNvSpPr>
            <a:spLocks noGrp="1"/>
          </p:cNvSpPr>
          <p:nvPr>
            <p:ph type="body" idx="1"/>
          </p:nvPr>
        </p:nvSpPr>
        <p:spPr>
          <a:xfrm>
            <a:off x="693738" y="1852613"/>
            <a:ext cx="426561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4" name="Content Placeholder 3"/>
          <p:cNvSpPr>
            <a:spLocks noGrp="1"/>
          </p:cNvSpPr>
          <p:nvPr>
            <p:ph sz="half" idx="2"/>
          </p:nvPr>
        </p:nvSpPr>
        <p:spPr>
          <a:xfrm>
            <a:off x="693738" y="2760663"/>
            <a:ext cx="426561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p:cNvSpPr>
            <a:spLocks noGrp="1"/>
          </p:cNvSpPr>
          <p:nvPr>
            <p:ph type="body" sz="quarter" idx="3"/>
          </p:nvPr>
        </p:nvSpPr>
        <p:spPr>
          <a:xfrm>
            <a:off x="5103813" y="1852613"/>
            <a:ext cx="428466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6" name="Content Placeholder 5"/>
          <p:cNvSpPr>
            <a:spLocks noGrp="1"/>
          </p:cNvSpPr>
          <p:nvPr>
            <p:ph sz="quarter" idx="4"/>
          </p:nvPr>
        </p:nvSpPr>
        <p:spPr>
          <a:xfrm>
            <a:off x="5103813" y="2760663"/>
            <a:ext cx="428466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p:cNvSpPr>
            <a:spLocks noGrp="1"/>
          </p:cNvSpPr>
          <p:nvPr>
            <p:ph type="dt" idx="10"/>
          </p:nvPr>
        </p:nvSpPr>
        <p:spPr>
          <a:ln>
            <a:headEnd type="none"/>
            <a:tailEnd type="none"/>
          </a:ln>
        </p:spPr>
        <p:txBody>
          <a:bodyPr wrap="square"/>
          <a:lstStyle>
            <a:lvl1pPr/>
          </a:lstStyle>
          <a:p>
            <a:pPr/>
            <a:endParaRPr altLang="en-US" lang="en-US" dirty="0"/>
          </a:p>
        </p:txBody>
      </p:sp>
      <p:sp>
        <p:nvSpPr>
          <p:cNvPr id="8" name="Footer Placeholder 7"/>
          <p:cNvSpPr>
            <a:spLocks noGrp="1"/>
          </p:cNvSpPr>
          <p:nvPr>
            <p:ph type="ftr" idx="11"/>
          </p:nvPr>
        </p:nvSpPr>
        <p:spPr>
          <a:ln>
            <a:headEnd type="none"/>
            <a:tailEnd type="none"/>
          </a:ln>
        </p:spPr>
        <p:txBody>
          <a:bodyPr wrap="square"/>
          <a:lstStyle>
            <a:lvl1pPr/>
          </a:lstStyle>
          <a:p>
            <a:pPr/>
            <a:endParaRPr altLang="en-US" lang="en-US" dirty="0"/>
          </a:p>
        </p:txBody>
      </p:sp>
      <p:sp>
        <p:nvSpPr>
          <p:cNvPr id="9" name="Slide Number Placeholder 8"/>
          <p:cNvSpPr>
            <a:spLocks noGrp="1"/>
          </p:cNvSpPr>
          <p:nvPr>
            <p:ph type="sldNum" idx="12"/>
          </p:nvPr>
        </p:nvSpPr>
        <p:spPr>
          <a:ln>
            <a:headEnd type="none"/>
            <a:tailEnd type="none"/>
          </a:ln>
        </p:spPr>
        <p:txBody>
          <a:bodyPr wrap="square"/>
          <a:lstStyle>
            <a:lvl1pPr/>
          </a:lstStyle>
          <a:p>
            <a:pPr/>
            <a:fld id="{3565C0A3-F648-422C-8E80-24D0C51AA28F}" type="slidenum">
              <a:rPr altLang="en-US" lang="en-US" dirty="0"/>
              <a:t>‹#›</a:t>
            </a:fld>
            <a:endParaRPr altLang="en-US"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ln>
            <a:headEnd type="none"/>
            <a:tailEnd type="none"/>
          </a:ln>
        </p:spPr>
        <p:txBody>
          <a:bodyPr wrap="square"/>
          <a:lstStyle>
            <a:lvl1pPr/>
          </a:lstStyle>
          <a:p>
            <a:pPr/>
            <a:fld id="{A34AAF13-2538-4197-9A74-84D4481440DB}" type="slidenum">
              <a:rPr altLang="en-US" lang="en-US" dirty="0"/>
              <a:t>‹#›</a:t>
            </a:fld>
            <a:endParaRPr altLang="en-US"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idx="10"/>
          </p:nvPr>
        </p:nvSpPr>
        <p:spPr>
          <a:ln>
            <a:headEnd type="none"/>
            <a:tailEnd type="none"/>
          </a:ln>
        </p:spPr>
        <p:txBody>
          <a:bodyPr wrap="square"/>
          <a:lstStyle>
            <a:lvl1pPr/>
          </a:lstStyle>
          <a:p>
            <a:pPr/>
            <a:endParaRPr altLang="en-US" lang="en-US" dirty="0"/>
          </a:p>
        </p:txBody>
      </p:sp>
      <p:sp>
        <p:nvSpPr>
          <p:cNvPr id="3" name="Footer Placeholder 2"/>
          <p:cNvSpPr>
            <a:spLocks noGrp="1"/>
          </p:cNvSpPr>
          <p:nvPr>
            <p:ph type="ftr" idx="11"/>
          </p:nvPr>
        </p:nvSpPr>
        <p:spPr>
          <a:ln>
            <a:headEnd type="none"/>
            <a:tailEnd type="none"/>
          </a:ln>
        </p:spPr>
        <p:txBody>
          <a:bodyPr wrap="square"/>
          <a:lstStyle>
            <a:lvl1pPr/>
          </a:lstStyle>
          <a:p>
            <a:pPr/>
            <a:endParaRPr altLang="en-US" lang="en-US" dirty="0"/>
          </a:p>
        </p:txBody>
      </p:sp>
      <p:sp>
        <p:nvSpPr>
          <p:cNvPr id="4" name="Slide Number Placeholder 3"/>
          <p:cNvSpPr>
            <a:spLocks noGrp="1"/>
          </p:cNvSpPr>
          <p:nvPr>
            <p:ph type="sldNum" idx="12"/>
          </p:nvPr>
        </p:nvSpPr>
        <p:spPr>
          <a:ln>
            <a:headEnd type="none"/>
            <a:tailEnd type="none"/>
          </a:ln>
        </p:spPr>
        <p:txBody>
          <a:bodyPr wrap="square"/>
          <a:lstStyle>
            <a:lvl1pPr/>
          </a:lstStyle>
          <a:p>
            <a:pPr/>
            <a:fld id="{66DF68A2-2AA1-4469-BD06-8546AA61ABC1}" type="slidenum">
              <a:rPr altLang="en-US" lang="en-US" dirty="0"/>
              <a:t>‹#›</a:t>
            </a:fld>
            <a:endParaRPr altLang="en-US"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Content Placeholder 2"/>
          <p:cNvSpPr>
            <a:spLocks noGrp="1"/>
          </p:cNvSpPr>
          <p:nvPr>
            <p:ph idx="1"/>
          </p:nvPr>
        </p:nvSpPr>
        <p:spPr>
          <a:xfrm>
            <a:off x="4286250" y="1089025"/>
            <a:ext cx="5102225" cy="5372100"/>
          </a:xfrm>
          <a:ln>
            <a:headEnd type="none"/>
            <a:tailEnd type="none"/>
          </a:ln>
        </p:spPr>
        <p:txBody>
          <a:bodyPr wrap="square"/>
          <a:lstStyle>
            <a:lvl1pPr>
              <a:defRPr sz="3200" dirty="0"/>
            </a:lvl1pPr>
            <a:lvl2pPr>
              <a:defRPr sz="2800" dirty="0"/>
            </a:lvl2pPr>
            <a:lvl3pPr>
              <a:defRPr sz="2400" dirty="0"/>
            </a:lvl3pPr>
            <a:lvl4pPr>
              <a:defRPr sz="2000" dirty="0"/>
            </a:lvl4pPr>
            <a:lvl5pPr>
              <a:defRPr sz="2000" dirty="0"/>
            </a:lvl5pPr>
            <a:lvl6pPr>
              <a:defRPr sz="2000" dirty="0"/>
            </a:lvl6pPr>
            <a:lvl7pPr>
              <a:defRPr sz="2000" dirty="0"/>
            </a:lvl7pPr>
            <a:lvl8pPr>
              <a:defRPr sz="2000" dirty="0"/>
            </a:lvl8pPr>
            <a:lvl9pPr>
              <a:defRPr sz="2000" dirty="0"/>
            </a:lvl9pPr>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4C27293-2F22-4378-98B1-6A19C8FB085D}" type="slidenum">
              <a:rPr altLang="en-US" lang="en-US" dirty="0"/>
              <a:t>‹#›</a:t>
            </a:fld>
            <a:endParaRPr altLang="en-US"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Picture Placeholder 2"/>
          <p:cNvSpPr>
            <a:spLocks noGrp="1"/>
          </p:cNvSpPr>
          <p:nvPr>
            <p:ph type="pic" idx="1"/>
          </p:nvPr>
        </p:nvSpPr>
        <p:spPr>
          <a:xfrm>
            <a:off x="4286250" y="1089025"/>
            <a:ext cx="5102225" cy="5372100"/>
          </a:xfrm>
          <a:ln>
            <a:headEnd type="none"/>
            <a:tailEnd type="none"/>
          </a:ln>
        </p:spPr>
        <p:txBody>
          <a:bodyPr wrap="square"/>
          <a:lstStyle>
            <a:lvl1pPr marL="0" indent="0">
              <a:buNone/>
              <a:defRPr sz="3200" dirty="0"/>
            </a:lvl1pPr>
            <a:lvl2pPr marL="457200" indent="0">
              <a:buNone/>
              <a:defRPr sz="2800" dirty="0"/>
            </a:lvl2pPr>
            <a:lvl3pPr marL="914400" indent="0">
              <a:buNone/>
              <a:defRPr sz="2400" dirty="0"/>
            </a:lvl3pPr>
            <a:lvl4pPr marL="1371600" indent="0">
              <a:buNone/>
              <a:defRPr sz="2000" dirty="0"/>
            </a:lvl4pPr>
            <a:lvl5pPr marL="1828800" indent="0">
              <a:buNone/>
              <a:defRPr sz="2000" dirty="0"/>
            </a:lvl5pPr>
            <a:lvl6pPr marL="2286000" indent="0">
              <a:buNone/>
              <a:defRPr sz="2000" dirty="0"/>
            </a:lvl6pPr>
            <a:lvl7pPr marL="2743200" indent="0">
              <a:buNone/>
              <a:defRPr sz="2000" dirty="0"/>
            </a:lvl7pPr>
            <a:lvl8pPr marL="3200400" indent="0">
              <a:buNone/>
              <a:defRPr sz="2000" dirty="0"/>
            </a:lvl8pPr>
            <a:lvl9pPr marL="3657600" indent="0">
              <a:buNone/>
              <a:defRPr sz="2000" dirty="0"/>
            </a:lvl9pPr>
          </a:lstStyle>
          <a:p>
            <a:pP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2AA9B043-0E6A-402B-9E15-6AD8041BB753}" type="slidenum">
              <a:rPr altLang="en-US" lang="en-US" dirty="0"/>
              <a:t>‹#›</a:t>
            </a:fld>
            <a:endParaRPr altLang="en-US"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217C83D5-73AA-4F31-BF24-8AFEC62F5A85}" type="slidenum">
              <a:rPr altLang="en-US" lang="en-US" dirty="0"/>
              <a:t>‹#›</a:t>
            </a:fld>
            <a:endParaRPr altLang="en-US"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5675" y="301625"/>
            <a:ext cx="2266950" cy="5849938"/>
          </a:xfrm>
          <a:ln>
            <a:headEnd type="none"/>
            <a:tailEnd type="none"/>
          </a:ln>
        </p:spPr>
        <p:txBody>
          <a:bodyPr vert="eaVert"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xfrm>
            <a:off x="503238" y="301625"/>
            <a:ext cx="6650037" cy="5849938"/>
          </a:xfrm>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6F50A054-06FE-432B-9E96-162FDB29952A}" type="slidenum">
              <a:rPr altLang="en-US" lang="en-US" dirty="0"/>
              <a:t>‹#›</a:t>
            </a:fld>
            <a:endParaRPr altLang="en-US"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0475" y="1236663"/>
            <a:ext cx="7559675" cy="2632075"/>
          </a:xfrm>
          <a:ln>
            <a:headEnd type="none"/>
            <a:tailEnd type="none"/>
          </a:ln>
        </p:spPr>
        <p:txBody>
          <a:bodyPr anchor="b" wrap="square"/>
          <a:lstStyle>
            <a:lvl1pPr algn="ctr">
              <a:defRPr sz="6000" dirty="0"/>
            </a:lvl1pPr>
          </a:lstStyle>
          <a:p>
            <a:pPr/>
            <a:r>
              <a:rPr lang="en-US" dirty="0"/>
              <a:t>Click to edit Master title style</a:t>
            </a:r>
            <a:endParaRPr lang="en-AU" dirty="0"/>
          </a:p>
        </p:txBody>
      </p:sp>
      <p:sp>
        <p:nvSpPr>
          <p:cNvPr id="3" name="Subtitle 2"/>
          <p:cNvSpPr>
            <a:spLocks noGrp="1"/>
          </p:cNvSpPr>
          <p:nvPr>
            <p:ph type="subTitle" idx="1"/>
          </p:nvPr>
        </p:nvSpPr>
        <p:spPr>
          <a:xfrm>
            <a:off x="1260475" y="3970338"/>
            <a:ext cx="7559675" cy="1825625"/>
          </a:xfrm>
          <a:ln>
            <a:headEnd type="none"/>
            <a:tailEnd type="none"/>
          </a:ln>
        </p:spPr>
        <p:txBody>
          <a:bodyPr wrap="square"/>
          <a:lstStyle>
            <a:lvl1pPr marL="0" indent="0" algn="ctr">
              <a:buNone/>
              <a:defRPr sz="2400" dirty="0"/>
            </a:lvl1pPr>
            <a:lvl2pPr marL="457200" indent="0" algn="ctr">
              <a:buNone/>
              <a:defRPr sz="2000" dirty="0"/>
            </a:lvl2pPr>
            <a:lvl3pPr marL="914400" indent="0" algn="ctr">
              <a:buNone/>
              <a:defRPr sz="1800" dirty="0"/>
            </a:lvl3pPr>
            <a:lvl4pPr marL="1371600" indent="0" algn="ctr">
              <a:buNone/>
              <a:defRPr sz="1600" dirty="0"/>
            </a:lvl4pPr>
            <a:lvl5pPr marL="1828800" indent="0" algn="ctr">
              <a:buNone/>
              <a:defRPr sz="1600" dirty="0"/>
            </a:lvl5pPr>
            <a:lvl6pPr marL="2286000" indent="0" algn="ctr">
              <a:buNone/>
              <a:defRPr sz="1600" dirty="0"/>
            </a:lvl6pPr>
            <a:lvl7pPr marL="2743200" indent="0" algn="ctr">
              <a:buNone/>
              <a:defRPr sz="1600" dirty="0"/>
            </a:lvl7pPr>
            <a:lvl8pPr marL="3200400" indent="0" algn="ctr">
              <a:buNone/>
              <a:defRPr sz="1600" dirty="0"/>
            </a:lvl8pPr>
            <a:lvl9pPr marL="3657600" indent="0" algn="ctr">
              <a:buNone/>
              <a:defRPr sz="1600" dirty="0"/>
            </a:lvl9pPr>
          </a:lstStyle>
          <a:p>
            <a:pPr/>
            <a:r>
              <a:rPr lang="en-US" dirty="0"/>
              <a:t>Click to edit Master subtitle style</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96FE76DF-DCFA-4D62-8523-79356EAEAD28}" type="slidenum">
              <a:rPr altLang="en-US" lang="en-US" dirty="0"/>
              <a:t>‹#›</a:t>
            </a:fld>
            <a:endParaRPr altLang="en-US"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idx="1"/>
          </p:nvPr>
        </p:nvSpPr>
        <p:spPr>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80258B11-B43E-4E8C-9763-5FBF250EFDBF}" type="slidenum">
              <a:rPr altLang="en-US" lang="en-US" dirty="0"/>
              <a:t>‹#›</a:t>
            </a:fld>
            <a:endParaRPr altLang="en-US"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7388" y="1884363"/>
            <a:ext cx="8694737" cy="3144837"/>
          </a:xfrm>
          <a:ln>
            <a:headEnd type="none"/>
            <a:tailEnd type="none"/>
          </a:ln>
        </p:spPr>
        <p:txBody>
          <a:bodyPr anchor="b" wrap="square"/>
          <a:lstStyle>
            <a:lvl1pPr>
              <a:defRPr sz="6000" dirty="0"/>
            </a:lvl1pPr>
          </a:lstStyle>
          <a:p>
            <a:pPr/>
            <a:r>
              <a:rPr lang="en-US" dirty="0"/>
              <a:t>Click to edit Master title style</a:t>
            </a:r>
            <a:endParaRPr lang="en-AU" dirty="0"/>
          </a:p>
        </p:txBody>
      </p:sp>
      <p:sp>
        <p:nvSpPr>
          <p:cNvPr id="3" name="Text Placeholder 2"/>
          <p:cNvSpPr>
            <a:spLocks noGrp="1"/>
          </p:cNvSpPr>
          <p:nvPr>
            <p:ph type="body" idx="1"/>
          </p:nvPr>
        </p:nvSpPr>
        <p:spPr>
          <a:xfrm>
            <a:off x="687388" y="5059363"/>
            <a:ext cx="8694737" cy="1652587"/>
          </a:xfrm>
          <a:ln>
            <a:headEnd type="none"/>
            <a:tailEnd type="none"/>
          </a:ln>
        </p:spPr>
        <p:txBody>
          <a:bodyPr wrap="square"/>
          <a:lstStyle>
            <a:lvl1pPr marL="0" indent="0">
              <a:buNone/>
              <a:defRPr sz="2400" dirty="0"/>
            </a:lvl1pPr>
            <a:lvl2pPr marL="457200" indent="0">
              <a:buNone/>
              <a:defRPr sz="2000" dirty="0"/>
            </a:lvl2pPr>
            <a:lvl3pPr marL="914400" indent="0">
              <a:buNone/>
              <a:defRPr sz="1800" dirty="0"/>
            </a:lvl3pPr>
            <a:lvl4pPr marL="1371600" indent="0">
              <a:buNone/>
              <a:defRPr sz="1600" dirty="0"/>
            </a:lvl4pPr>
            <a:lvl5pPr marL="1828800" indent="0">
              <a:buNone/>
              <a:defRPr sz="1600" dirty="0"/>
            </a:lvl5pPr>
            <a:lvl6pPr marL="2286000" indent="0">
              <a:buNone/>
              <a:defRPr sz="1600" dirty="0"/>
            </a:lvl6pPr>
            <a:lvl7pPr marL="2743200" indent="0">
              <a:buNone/>
              <a:defRPr sz="1600" dirty="0"/>
            </a:lvl7pPr>
            <a:lvl8pPr marL="3200400" indent="0">
              <a:buNone/>
              <a:defRPr sz="1600" dirty="0"/>
            </a:lvl8pPr>
            <a:lvl9pPr marL="3657600" indent="0">
              <a:buNone/>
              <a:defRPr sz="1600" dirty="0"/>
            </a:lvl9pPr>
          </a:lstStyle>
          <a:p>
            <a:pPr/>
            <a:r>
              <a:rPr lang="en-US" dirty="0"/>
              <a:t>Click to edit Master text styles</a:t>
            </a:r>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1780664F-CF03-49C8-97A7-ED1C403327FB}" type="slidenum">
              <a:rPr altLang="en-US" lang="en-US" dirty="0"/>
              <a:t>‹#›</a:t>
            </a:fld>
            <a:endParaRPr altLang="en-US"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sz="half" idx="1"/>
          </p:nvPr>
        </p:nvSpPr>
        <p:spPr>
          <a:xfrm>
            <a:off x="503238" y="1800225"/>
            <a:ext cx="4459287"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5114925" y="1800225"/>
            <a:ext cx="4459288"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5B5E922C-190A-4095-A6E2-E8B33F0CCB23}" type="slidenum">
              <a:rPr altLang="en-US" lang="en-US" dirty="0"/>
              <a:t>‹#›</a:t>
            </a:fld>
            <a:endParaRPr altLang="en-US"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93738" y="403225"/>
            <a:ext cx="8694737" cy="1460500"/>
          </a:xfrm>
          <a:ln>
            <a:headEnd type="none"/>
            <a:tailEnd type="none"/>
          </a:ln>
        </p:spPr>
        <p:txBody>
          <a:bodyPr wrap="square"/>
          <a:lstStyle/>
          <a:p>
            <a:pPr/>
            <a:r>
              <a:rPr lang="en-US" dirty="0"/>
              <a:t>Click to edit Master title style</a:t>
            </a:r>
            <a:endParaRPr lang="en-AU" dirty="0"/>
          </a:p>
        </p:txBody>
      </p:sp>
      <p:sp>
        <p:nvSpPr>
          <p:cNvPr id="3" name="Text Placeholder 2"/>
          <p:cNvSpPr>
            <a:spLocks noGrp="1"/>
          </p:cNvSpPr>
          <p:nvPr>
            <p:ph type="body" idx="1"/>
          </p:nvPr>
        </p:nvSpPr>
        <p:spPr>
          <a:xfrm>
            <a:off x="693738" y="1852613"/>
            <a:ext cx="426561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4" name="Content Placeholder 3"/>
          <p:cNvSpPr>
            <a:spLocks noGrp="1"/>
          </p:cNvSpPr>
          <p:nvPr>
            <p:ph sz="half" idx="2"/>
          </p:nvPr>
        </p:nvSpPr>
        <p:spPr>
          <a:xfrm>
            <a:off x="693738" y="2760663"/>
            <a:ext cx="426561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p:cNvSpPr>
            <a:spLocks noGrp="1"/>
          </p:cNvSpPr>
          <p:nvPr>
            <p:ph type="body" sz="quarter" idx="3"/>
          </p:nvPr>
        </p:nvSpPr>
        <p:spPr>
          <a:xfrm>
            <a:off x="5103813" y="1852613"/>
            <a:ext cx="428466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6" name="Content Placeholder 5"/>
          <p:cNvSpPr>
            <a:spLocks noGrp="1"/>
          </p:cNvSpPr>
          <p:nvPr>
            <p:ph sz="quarter" idx="4"/>
          </p:nvPr>
        </p:nvSpPr>
        <p:spPr>
          <a:xfrm>
            <a:off x="5103813" y="2760663"/>
            <a:ext cx="428466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p:cNvSpPr>
            <a:spLocks noGrp="1"/>
          </p:cNvSpPr>
          <p:nvPr>
            <p:ph type="dt" idx="10"/>
          </p:nvPr>
        </p:nvSpPr>
        <p:spPr>
          <a:ln>
            <a:headEnd type="none"/>
            <a:tailEnd type="none"/>
          </a:ln>
        </p:spPr>
        <p:txBody>
          <a:bodyPr wrap="square"/>
          <a:lstStyle>
            <a:lvl1pPr/>
          </a:lstStyle>
          <a:p>
            <a:pPr/>
            <a:endParaRPr altLang="en-US" lang="en-US" dirty="0"/>
          </a:p>
        </p:txBody>
      </p:sp>
      <p:sp>
        <p:nvSpPr>
          <p:cNvPr id="8" name="Footer Placeholder 7"/>
          <p:cNvSpPr>
            <a:spLocks noGrp="1"/>
          </p:cNvSpPr>
          <p:nvPr>
            <p:ph type="ftr" idx="11"/>
          </p:nvPr>
        </p:nvSpPr>
        <p:spPr>
          <a:ln>
            <a:headEnd type="none"/>
            <a:tailEnd type="none"/>
          </a:ln>
        </p:spPr>
        <p:txBody>
          <a:bodyPr wrap="square"/>
          <a:lstStyle>
            <a:lvl1pPr/>
          </a:lstStyle>
          <a:p>
            <a:pPr/>
            <a:endParaRPr altLang="en-US" lang="en-US" dirty="0"/>
          </a:p>
        </p:txBody>
      </p:sp>
      <p:sp>
        <p:nvSpPr>
          <p:cNvPr id="9" name="Slide Number Placeholder 8"/>
          <p:cNvSpPr>
            <a:spLocks noGrp="1"/>
          </p:cNvSpPr>
          <p:nvPr>
            <p:ph type="sldNum" idx="12"/>
          </p:nvPr>
        </p:nvSpPr>
        <p:spPr>
          <a:ln>
            <a:headEnd type="none"/>
            <a:tailEnd type="none"/>
          </a:ln>
        </p:spPr>
        <p:txBody>
          <a:bodyPr wrap="square"/>
          <a:lstStyle>
            <a:lvl1pPr/>
          </a:lstStyle>
          <a:p>
            <a:pPr/>
            <a:fld id="{31186DF0-70D4-4B94-957B-28E207C42208}" type="slidenum">
              <a:rPr altLang="en-US" lang="en-US" dirty="0"/>
              <a:t>‹#›</a:t>
            </a:fld>
            <a:endParaRPr altLang="en-US"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ln>
            <a:headEnd type="none"/>
            <a:tailEnd type="none"/>
          </a:ln>
        </p:spPr>
        <p:txBody>
          <a:bodyPr wrap="square"/>
          <a:lstStyle>
            <a:lvl1pPr/>
          </a:lstStyle>
          <a:p>
            <a:pPr/>
            <a:fld id="{6F5449CA-9FAC-49CF-BA0C-F12547F49C90}" type="slidenum">
              <a:rPr altLang="en-US" lang="en-US" dirty="0"/>
              <a:t>‹#›</a:t>
            </a:fld>
            <a:endParaRPr altLang="en-US"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idx="10"/>
          </p:nvPr>
        </p:nvSpPr>
        <p:spPr>
          <a:ln>
            <a:headEnd type="none"/>
            <a:tailEnd type="none"/>
          </a:ln>
        </p:spPr>
        <p:txBody>
          <a:bodyPr wrap="square"/>
          <a:lstStyle>
            <a:lvl1pPr/>
          </a:lstStyle>
          <a:p>
            <a:pPr/>
            <a:endParaRPr altLang="en-US" lang="en-US" dirty="0"/>
          </a:p>
        </p:txBody>
      </p:sp>
      <p:sp>
        <p:nvSpPr>
          <p:cNvPr id="3" name="Footer Placeholder 2"/>
          <p:cNvSpPr>
            <a:spLocks noGrp="1"/>
          </p:cNvSpPr>
          <p:nvPr>
            <p:ph type="ftr" idx="11"/>
          </p:nvPr>
        </p:nvSpPr>
        <p:spPr>
          <a:ln>
            <a:headEnd type="none"/>
            <a:tailEnd type="none"/>
          </a:ln>
        </p:spPr>
        <p:txBody>
          <a:bodyPr wrap="square"/>
          <a:lstStyle>
            <a:lvl1pPr/>
          </a:lstStyle>
          <a:p>
            <a:pPr/>
            <a:endParaRPr altLang="en-US" lang="en-US" dirty="0"/>
          </a:p>
        </p:txBody>
      </p:sp>
      <p:sp>
        <p:nvSpPr>
          <p:cNvPr id="4" name="Slide Number Placeholder 3"/>
          <p:cNvSpPr>
            <a:spLocks noGrp="1"/>
          </p:cNvSpPr>
          <p:nvPr>
            <p:ph type="sldNum" idx="12"/>
          </p:nvPr>
        </p:nvSpPr>
        <p:spPr>
          <a:ln>
            <a:headEnd type="none"/>
            <a:tailEnd type="none"/>
          </a:ln>
        </p:spPr>
        <p:txBody>
          <a:bodyPr wrap="square"/>
          <a:lstStyle>
            <a:lvl1pPr/>
          </a:lstStyle>
          <a:p>
            <a:pPr/>
            <a:fld id="{7E5981D2-AC2E-4B05-B988-1E5A5DCD2D82}" type="slidenum">
              <a:rPr altLang="en-US" lang="en-US" dirty="0"/>
              <a:t>‹#›</a:t>
            </a:fld>
            <a:endParaRPr altLang="en-US"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Content Placeholder 2"/>
          <p:cNvSpPr>
            <a:spLocks noGrp="1"/>
          </p:cNvSpPr>
          <p:nvPr>
            <p:ph idx="1"/>
          </p:nvPr>
        </p:nvSpPr>
        <p:spPr>
          <a:xfrm>
            <a:off x="4286250" y="1089025"/>
            <a:ext cx="5102225" cy="5372100"/>
          </a:xfrm>
          <a:ln>
            <a:headEnd type="none"/>
            <a:tailEnd type="none"/>
          </a:ln>
        </p:spPr>
        <p:txBody>
          <a:bodyPr wrap="square"/>
          <a:lstStyle>
            <a:lvl1pPr>
              <a:defRPr sz="3200" dirty="0"/>
            </a:lvl1pPr>
            <a:lvl2pPr>
              <a:defRPr sz="2800" dirty="0"/>
            </a:lvl2pPr>
            <a:lvl3pPr>
              <a:defRPr sz="2400" dirty="0"/>
            </a:lvl3pPr>
            <a:lvl4pPr>
              <a:defRPr sz="2000" dirty="0"/>
            </a:lvl4pPr>
            <a:lvl5pPr>
              <a:defRPr sz="2000" dirty="0"/>
            </a:lvl5pPr>
            <a:lvl6pPr>
              <a:defRPr sz="2000" dirty="0"/>
            </a:lvl6pPr>
            <a:lvl7pPr>
              <a:defRPr sz="2000" dirty="0"/>
            </a:lvl7pPr>
            <a:lvl8pPr>
              <a:defRPr sz="2000" dirty="0"/>
            </a:lvl8pPr>
            <a:lvl9pPr>
              <a:defRPr sz="2000" dirty="0"/>
            </a:lvl9pPr>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C5EB3EC-804F-470F-9762-7AACFD4950D7}" type="slidenum">
              <a:rPr altLang="en-US" lang="en-US" dirty="0"/>
              <a:t>‹#›</a:t>
            </a:fld>
            <a:endParaRPr altLang="en-US"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Picture Placeholder 2"/>
          <p:cNvSpPr>
            <a:spLocks noGrp="1"/>
          </p:cNvSpPr>
          <p:nvPr>
            <p:ph type="pic" idx="1"/>
          </p:nvPr>
        </p:nvSpPr>
        <p:spPr>
          <a:xfrm>
            <a:off x="4286250" y="1089025"/>
            <a:ext cx="5102225" cy="5372100"/>
          </a:xfrm>
          <a:ln>
            <a:headEnd type="none"/>
            <a:tailEnd type="none"/>
          </a:ln>
        </p:spPr>
        <p:txBody>
          <a:bodyPr wrap="square"/>
          <a:lstStyle>
            <a:lvl1pPr marL="0" indent="0">
              <a:buNone/>
              <a:defRPr sz="3200" dirty="0"/>
            </a:lvl1pPr>
            <a:lvl2pPr marL="457200" indent="0">
              <a:buNone/>
              <a:defRPr sz="2800" dirty="0"/>
            </a:lvl2pPr>
            <a:lvl3pPr marL="914400" indent="0">
              <a:buNone/>
              <a:defRPr sz="2400" dirty="0"/>
            </a:lvl3pPr>
            <a:lvl4pPr marL="1371600" indent="0">
              <a:buNone/>
              <a:defRPr sz="2000" dirty="0"/>
            </a:lvl4pPr>
            <a:lvl5pPr marL="1828800" indent="0">
              <a:buNone/>
              <a:defRPr sz="2000" dirty="0"/>
            </a:lvl5pPr>
            <a:lvl6pPr marL="2286000" indent="0">
              <a:buNone/>
              <a:defRPr sz="2000" dirty="0"/>
            </a:lvl6pPr>
            <a:lvl7pPr marL="2743200" indent="0">
              <a:buNone/>
              <a:defRPr sz="2000" dirty="0"/>
            </a:lvl7pPr>
            <a:lvl8pPr marL="3200400" indent="0">
              <a:buNone/>
              <a:defRPr sz="2000" dirty="0"/>
            </a:lvl8pPr>
            <a:lvl9pPr marL="3657600" indent="0">
              <a:buNone/>
              <a:defRPr sz="2000" dirty="0"/>
            </a:lvl9pPr>
          </a:lstStyle>
          <a:p>
            <a:pP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3C08AC0-DBB3-4721-A386-B66CE9AE6D55}" type="slidenum">
              <a:rPr altLang="en-US" lang="en-US" dirty="0"/>
              <a:t>‹#›</a:t>
            </a:fld>
            <a:endParaRPr altLang="en-US"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559532C2-DAE3-4730-9795-DAE3C7C125A6}" type="slidenum">
              <a:rPr altLang="en-US" lang="en-US" dirty="0"/>
              <a:t>‹#›</a:t>
            </a:fld>
            <a:endParaRPr altLang="en-US"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7263" y="576263"/>
            <a:ext cx="2266950" cy="5607050"/>
          </a:xfrm>
          <a:ln>
            <a:headEnd type="none"/>
            <a:tailEnd type="none"/>
          </a:ln>
        </p:spPr>
        <p:txBody>
          <a:bodyPr vert="eaVert"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xfrm>
            <a:off x="503238" y="576263"/>
            <a:ext cx="6651625" cy="5607050"/>
          </a:xfrm>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3C595242-84C3-4B7D-8705-9DC35E776080}" type="slidenum">
              <a:rPr altLang="en-US" lang="en-US" dirty="0"/>
              <a:t>‹#›</a:t>
            </a:fld>
            <a:endParaRPr altLang="en-US"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503238" y="576263"/>
            <a:ext cx="7197725" cy="719137"/>
          </a:xfrm>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xfrm>
            <a:off x="503238" y="6886575"/>
            <a:ext cx="2346325" cy="519113"/>
          </a:xfrm>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xfrm>
            <a:off x="3448050" y="6886575"/>
            <a:ext cx="3194050" cy="519113"/>
          </a:xfrm>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xfrm>
            <a:off x="7226300" y="6886575"/>
            <a:ext cx="2346325" cy="519113"/>
          </a:xfrm>
          <a:ln>
            <a:headEnd type="none"/>
            <a:tailEnd type="none"/>
          </a:ln>
        </p:spPr>
        <p:txBody>
          <a:bodyPr wrap="square"/>
          <a:lstStyle>
            <a:lvl1pPr/>
          </a:lstStyle>
          <a:p>
            <a:pPr/>
            <a:fld id="{EBC9A6D1-EF53-49A3-8028-3C6197DA8AE9}" type="slidenum">
              <a:rPr altLang="en-US" lang="en-US" dirty="0"/>
              <a:t>‹#›</a:t>
            </a:fld>
            <a:endParaRPr altLang="en-US" lang="en-US" dirty="0"/>
          </a:p>
        </p:txBody>
      </p:sp>
    </p:spTree>
  </p:cSld>
  <p:clrMapOvr>
    <a:masterClrMapping/>
  </p:clrMapOvr>
</p:sldLayout>
</file>

<file path=ppt/slideMasters/_rels/slideMaster1.xml.rels>&#65279;<?xml version="1.0" encoding="utf-8" standalone="yes"?><Relationships xmlns="http://schemas.openxmlformats.org/package/2006/relationships"><Relationship Id="DeterministicId1" Type="http://schemas.openxmlformats.org/officeDocument/2006/relationships/slideLayout" Target="../slideLayouts/slideLayout1.xml" /><Relationship Id="DeterministicId2" Type="http://schemas.openxmlformats.org/officeDocument/2006/relationships/slideLayout" Target="../slideLayouts/slideLayout10.xml" /><Relationship Id="DeterministicId3" Type="http://schemas.openxmlformats.org/officeDocument/2006/relationships/slideLayout" Target="../slideLayouts/slideLayout11.xml" /><Relationship Id="DeterministicId4" Type="http://schemas.openxmlformats.org/officeDocument/2006/relationships/slideLayout" Target="../slideLayouts/slideLayout2.xml" /><Relationship Id="DeterministicId5" Type="http://schemas.openxmlformats.org/officeDocument/2006/relationships/slideLayout" Target="../slideLayouts/slideLayout3.xml" /><Relationship Id="DeterministicId6" Type="http://schemas.openxmlformats.org/officeDocument/2006/relationships/slideLayout" Target="../slideLayouts/slideLayout4.xml" /><Relationship Id="DeterministicId7" Type="http://schemas.openxmlformats.org/officeDocument/2006/relationships/slideLayout" Target="../slideLayouts/slideLayout5.xml" /><Relationship Id="DeterministicId8" Type="http://schemas.openxmlformats.org/officeDocument/2006/relationships/slideLayout" Target="../slideLayouts/slideLayout6.xml" /><Relationship Id="DeterministicId9" Type="http://schemas.openxmlformats.org/officeDocument/2006/relationships/slideLayout" Target="../slideLayouts/slideLayout7.xml" /><Relationship Id="DeterministicId10" Type="http://schemas.openxmlformats.org/officeDocument/2006/relationships/slideLayout" Target="../slideLayouts/slideLayout8.xml" /><Relationship Id="DeterministicId11" Type="http://schemas.openxmlformats.org/officeDocument/2006/relationships/slideLayout" Target="../slideLayouts/slideLayout9.xml" /><Relationship Id="DeterministicId12" Type="http://schemas.openxmlformats.org/officeDocument/2006/relationships/theme" Target="/ppt/theme/theme1.xml" /></Relationships>
</file>

<file path=ppt/slideMasters/_rels/slideMaster2.xml.rels>&#65279;<?xml version="1.0" encoding="utf-8" standalone="yes"?><Relationships xmlns="http://schemas.openxmlformats.org/package/2006/relationships"><Relationship Id="DeterministicId1" Type="http://schemas.openxmlformats.org/officeDocument/2006/relationships/image" Target="../media/image1.png" /><Relationship Id="DeterministicId2" Type="http://schemas.openxmlformats.org/officeDocument/2006/relationships/slideLayout" Target="../slideLayouts/slideLayout12.xml" /><Relationship Id="DeterministicId3" Type="http://schemas.openxmlformats.org/officeDocument/2006/relationships/slideLayout" Target="../slideLayouts/slideLayout13.xml" /><Relationship Id="DeterministicId4" Type="http://schemas.openxmlformats.org/officeDocument/2006/relationships/slideLayout" Target="../slideLayouts/slideLayout14.xml" /><Relationship Id="DeterministicId5" Type="http://schemas.openxmlformats.org/officeDocument/2006/relationships/slideLayout" Target="../slideLayouts/slideLayout15.xml" /><Relationship Id="DeterministicId6" Type="http://schemas.openxmlformats.org/officeDocument/2006/relationships/slideLayout" Target="../slideLayouts/slideLayout16.xml" /><Relationship Id="DeterministicId7" Type="http://schemas.openxmlformats.org/officeDocument/2006/relationships/slideLayout" Target="../slideLayouts/slideLayout17.xml" /><Relationship Id="DeterministicId8" Type="http://schemas.openxmlformats.org/officeDocument/2006/relationships/slideLayout" Target="../slideLayouts/slideLayout18.xml" /><Relationship Id="DeterministicId9" Type="http://schemas.openxmlformats.org/officeDocument/2006/relationships/slideLayout" Target="../slideLayouts/slideLayout19.xml" /><Relationship Id="DeterministicId10" Type="http://schemas.openxmlformats.org/officeDocument/2006/relationships/slideLayout" Target="../slideLayouts/slideLayout20.xml" /><Relationship Id="DeterministicId11" Type="http://schemas.openxmlformats.org/officeDocument/2006/relationships/slideLayout" Target="../slideLayouts/slideLayout21.xml" /><Relationship Id="DeterministicId12" Type="http://schemas.openxmlformats.org/officeDocument/2006/relationships/slideLayout" Target="../slideLayouts/slideLayout22.xml" /><Relationship Id="DeterministicId13" Type="http://schemas.openxmlformats.org/officeDocument/2006/relationships/slideLayout" Target="../slideLayouts/slideLayout23.xml" /><Relationship Id="DeterministicId14" Type="http://schemas.openxmlformats.org/officeDocument/2006/relationships/theme" Target="/ppt/theme/theme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25" name="Rectangle 1"/>
          <p:cNvSpPr>
            <a:spLocks noGrp="1"/>
          </p:cNvSpPr>
          <p:nvPr>
            <p:ph type="title"/>
          </p:nvPr>
        </p:nvSpPr>
        <p:spPr bwMode="auto">
          <a:xfrm>
            <a:off x="503238" y="301625"/>
            <a:ext cx="9069387" cy="1260475"/>
          </a:xfrm>
          <a:prstGeom prst="rect">
            <a:avLst/>
          </a:prstGeom>
          <a:noFill/>
          <a:ln>
            <a:noFill/>
            <a:headEnd type="none"/>
            <a:tailEnd type="none"/>
          </a:ln>
          <a:effectLst/>
        </p:spPr>
        <p:txBody>
          <a:bodyPr numCol="1" lIns="0" tIns="0" rIns="0" bIns="0" anchor="ctr" wrap="square">
            <a:prstTxWarp prst="textNoShape">
              <a:avLst/>
            </a:prstTxWarp>
          </a:bodyPr>
          <a:lstStyle/>
          <a:p>
            <a:pPr/>
            <a:r>
              <a:rPr altLang="en-US" lang="en-GB" dirty="0"/>
              <a:t>Click to edit the title text format</a:t>
            </a:r>
          </a:p>
        </p:txBody>
      </p:sp>
      <p:sp>
        <p:nvSpPr>
          <p:cNvPr id="1026" name="Rectangle 2"/>
          <p:cNvSpPr>
            <a:spLocks noGrp="1"/>
          </p:cNvSpPr>
          <p:nvPr>
            <p:ph type="body" idx="1"/>
          </p:nvPr>
        </p:nvSpPr>
        <p:spPr bwMode="auto">
          <a:xfrm>
            <a:off x="503238" y="1768475"/>
            <a:ext cx="9069387" cy="4383088"/>
          </a:xfrm>
          <a:prstGeom prst="rect">
            <a:avLst/>
          </a:prstGeom>
          <a:noFill/>
          <a:ln>
            <a:noFill/>
            <a:headEnd type="none"/>
            <a:tailEnd type="none"/>
          </a:ln>
          <a:effectLst/>
        </p:spPr>
        <p:txBody>
          <a:bodyPr numCol="1" lIns="0" tIns="24192" rIns="0" bIns="0" anchor="t" wrap="square">
            <a:prstTxWarp prst="textNoShape">
              <a:avLst/>
            </a:prstTxWarp>
          </a:bodyPr>
          <a:lstStyle/>
          <a:p>
            <a:pPr/>
            <a:r>
              <a:rPr altLang="en-US" lang="en-GB" dirty="0"/>
              <a:t>Click to edit the outline text format</a:t>
            </a:r>
          </a:p>
          <a:p>
            <a:pPr lvl="1"/>
            <a:r>
              <a:rPr altLang="en-US" lang="en-GB" dirty="0"/>
              <a:t>Second Outline Level</a:t>
            </a:r>
          </a:p>
          <a:p>
            <a:pPr lvl="2"/>
            <a:r>
              <a:rPr altLang="en-US" lang="en-GB" dirty="0"/>
              <a:t>Third Outline Level</a:t>
            </a:r>
          </a:p>
          <a:p>
            <a:pPr lvl="3"/>
            <a:r>
              <a:rPr altLang="en-US" lang="en-GB" dirty="0"/>
              <a:t>Fourth Outline Level</a:t>
            </a:r>
          </a:p>
          <a:p>
            <a:pPr lvl="4"/>
            <a:r>
              <a:rPr altLang="en-US" lang="en-GB" dirty="0"/>
              <a:t>Fifth Outline Level</a:t>
            </a:r>
          </a:p>
          <a:p>
            <a:pPr lvl="4"/>
            <a:r>
              <a:rPr altLang="en-US" lang="en-GB" dirty="0"/>
              <a:t>Sixth Outline Level</a:t>
            </a:r>
          </a:p>
          <a:p>
            <a:pPr lvl="4"/>
            <a:r>
              <a:rPr altLang="en-US" lang="en-GB" dirty="0"/>
              <a:t>Seventh Outline Level</a:t>
            </a:r>
          </a:p>
        </p:txBody>
      </p:sp>
      <p:sp>
        <p:nvSpPr>
          <p:cNvPr id="1027" name="Rectangle 3"/>
          <p:cNvSpPr>
            <a:spLocks noGrp="1"/>
          </p:cNvSpPr>
          <p:nvPr>
            <p:ph type="dt"/>
          </p:nvPr>
        </p:nvSpPr>
        <p:spPr bwMode="auto">
          <a:xfrm>
            <a:off x="50323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endParaRPr altLang="en-US" lang="en-US" dirty="0"/>
          </a:p>
        </p:txBody>
      </p:sp>
      <p:sp>
        <p:nvSpPr>
          <p:cNvPr id="1028" name="Rectangle 4"/>
          <p:cNvSpPr>
            <a:spLocks noGrp="1"/>
          </p:cNvSpPr>
          <p:nvPr>
            <p:ph type="ftr"/>
          </p:nvPr>
        </p:nvSpPr>
        <p:spPr bwMode="auto">
          <a:xfrm>
            <a:off x="3448050" y="6886575"/>
            <a:ext cx="3194050" cy="519113"/>
          </a:xfrm>
          <a:prstGeom prst="rect">
            <a:avLst/>
          </a:prstGeom>
          <a:noFill/>
          <a:ln>
            <a:noFill/>
            <a:headEnd type="none"/>
            <a:tailEnd type="none"/>
          </a:ln>
          <a:effectLst/>
        </p:spPr>
        <p:txBody>
          <a:bodyPr numCol="1" lIns="0" tIns="0" rIns="0" bIns="0" anchor="t" wrap="square">
            <a:prstTxWarp prst="textNoShape">
              <a:avLst/>
            </a:prstTxWarp>
          </a:bodyPr>
          <a:lstStyle>
            <a:lvl1pPr algn="ctr">
              <a:lnSpc>
                <a:spcPct val="93000"/>
              </a:lnSpc>
              <a:tabLst>
                <a:tab pos="457200" algn="l"/>
                <a:tab pos="914400" algn="l"/>
                <a:tab pos="1371600" algn="l"/>
                <a:tab pos="1828800" algn="l"/>
                <a:tab pos="2286000" algn="l"/>
                <a:tab pos="2743200" algn="l"/>
              </a:tabLst>
              <a:defRPr sz="1400" dirty="0">
                <a:solidFill>
                  <a:srgbClr val="000000"/>
                </a:solidFill>
                <a:latin typeface="Times New Roman"/>
                <a:cs typeface="DejaVu Sans"/>
              </a:defRPr>
            </a:lvl1pPr>
          </a:lstStyle>
          <a:p>
            <a:pPr/>
            <a:endParaRPr altLang="en-US" lang="en-US" dirty="0"/>
          </a:p>
        </p:txBody>
      </p:sp>
      <p:sp>
        <p:nvSpPr>
          <p:cNvPr id="1029" name="Rectangle 5"/>
          <p:cNvSpPr>
            <a:spLocks noGrp="1"/>
          </p:cNvSpPr>
          <p:nvPr>
            <p:ph type="sldNum"/>
          </p:nvPr>
        </p:nvSpPr>
        <p:spPr bwMode="auto">
          <a:xfrm>
            <a:off x="722788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fld id="{1EA33906-C89A-4086-968F-B0D6DAF1DF72}" type="slidenum">
              <a:rPr altLang="en-US" lang="en-US" dirty="0"/>
              <a:t>‹#›</a:t>
            </a:fld>
            <a:endParaRPr altLang="en-US" lang="en-US" dirty="0"/>
          </a:p>
        </p:txBody>
      </p:sp>
    </p:spTree>
  </p:cSld>
  <p:clrMap bg1="lt1" tx1="dk1" bg2="lt2" tx2="dk2" accent1="accent1" accent2="accent2" accent3="accent3" accent4="accent4" accent5="accent5" accent6="accent6" hlink="hlink" folHlink="folHlink"/>
  <p:sldLayoutIdLst>
    <p:sldLayoutId id="2147483650" r:id="DeterministicId1"/>
    <p:sldLayoutId id="2147483651" r:id="DeterministicId4"/>
    <p:sldLayoutId id="2147483652" r:id="DeterministicId5"/>
    <p:sldLayoutId id="2147483653" r:id="DeterministicId6"/>
    <p:sldLayoutId id="2147483654" r:id="DeterministicId7"/>
    <p:sldLayoutId id="2147483655" r:id="DeterministicId8"/>
    <p:sldLayoutId id="2147483656" r:id="DeterministicId9"/>
    <p:sldLayoutId id="2147483657" r:id="DeterministicId10"/>
    <p:sldLayoutId id="2147483658" r:id="DeterministicId11"/>
    <p:sldLayoutId id="2147483659" r:id="DeterministicId2"/>
    <p:sldLayoutId id="2147483660" r:id="DeterministicId3"/>
  </p:sldLayoutIdLst>
  <p:txStyles>
    <p:titleStyle>
      <a:lvl1pPr rtl="0" algn="ctr" fontAlgn="base" defTabSz="457200">
        <a:lnSpc>
          <a:spcPct val="94000"/>
        </a:lnSpc>
        <a:spcBef>
          <a:spcPct val="0"/>
        </a:spcBef>
        <a:spcAft>
          <a:spcPct val="0"/>
        </a:spcAft>
        <a:buClr>
          <a:srgbClr val="000000"/>
        </a:buClr>
        <a:buSzPct val="100000"/>
        <a:buFont typeface="Times New Roman"/>
        <a:defRPr sz="4400" kern="1200" dirty="0">
          <a:solidFill>
            <a:srgbClr val="000000"/>
          </a:solidFill>
          <a:latin typeface="+mj-lt"/>
          <a:ea typeface="+mj-ea"/>
          <a:cs typeface="+mj-cs"/>
        </a:defRPr>
      </a:lvl1pPr>
      <a:lvl2pPr marL="742950" indent="-28575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2pPr>
      <a:lvl3pPr marL="11430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3pPr>
      <a:lvl4pPr marL="16002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4pPr>
      <a:lvl5pPr marL="20574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5pPr>
      <a:lvl6pPr marL="25146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6pPr>
      <a:lvl7pPr marL="29718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7pPr>
      <a:lvl8pPr marL="34290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8pPr>
      <a:lvl9pPr marL="38862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9pPr>
    </p:titleStyle>
    <p:bodyStyle>
      <a:lvl1pPr marL="342900" indent="-342900" rtl="0" algn="l" fontAlgn="base" defTabSz="457200">
        <a:lnSpc>
          <a:spcPct val="94000"/>
        </a:lnSpc>
        <a:spcBef>
          <a:spcPct val="0"/>
        </a:spcBef>
        <a:spcAft>
          <a:spcPts val="1425"/>
        </a:spcAft>
        <a:buClr>
          <a:srgbClr val="000000"/>
        </a:buClr>
        <a:buSzPct val="100000"/>
        <a:buFont typeface="Times New Roman"/>
        <a:defRPr sz="3200" kern="1200" dirty="0">
          <a:solidFill>
            <a:srgbClr val="000000"/>
          </a:solidFill>
          <a:latin typeface="+mn-lt"/>
          <a:ea typeface="+mn-ea"/>
          <a:cs typeface="+mn-cs"/>
        </a:defRPr>
      </a:lvl1pPr>
      <a:lvl2pPr marL="742950" indent="-285750" rtl="0" algn="l" fontAlgn="base" defTabSz="457200">
        <a:lnSpc>
          <a:spcPct val="94000"/>
        </a:lnSpc>
        <a:spcBef>
          <a:spcPct val="0"/>
        </a:spcBef>
        <a:spcAft>
          <a:spcPts val="1138"/>
        </a:spcAft>
        <a:buClr>
          <a:srgbClr val="000000"/>
        </a:buClr>
        <a:buSzPct val="100000"/>
        <a:buFont typeface="Times New Roman"/>
        <a:defRPr sz="2800" kern="1200" dirty="0">
          <a:solidFill>
            <a:srgbClr val="000000"/>
          </a:solidFill>
          <a:latin typeface="+mn-lt"/>
          <a:ea typeface="+mn-ea"/>
          <a:cs typeface="+mn-cs"/>
        </a:defRPr>
      </a:lvl2pPr>
      <a:lvl3pPr marL="1143000" indent="-228600" rtl="0" algn="l" fontAlgn="base" defTabSz="457200">
        <a:lnSpc>
          <a:spcPct val="94000"/>
        </a:lnSpc>
        <a:spcBef>
          <a:spcPct val="0"/>
        </a:spcBef>
        <a:spcAft>
          <a:spcPts val="850"/>
        </a:spcAft>
        <a:buClr>
          <a:srgbClr val="000000"/>
        </a:buClr>
        <a:buSzPct val="100000"/>
        <a:buFont typeface="Times New Roman"/>
        <a:defRPr sz="2400" kern="1200" dirty="0">
          <a:solidFill>
            <a:srgbClr val="000000"/>
          </a:solidFill>
          <a:latin typeface="+mn-lt"/>
          <a:ea typeface="+mn-ea"/>
          <a:cs typeface="+mn-cs"/>
        </a:defRPr>
      </a:lvl3pPr>
      <a:lvl4pPr marL="1600200" indent="-228600" rtl="0" algn="l" fontAlgn="base" defTabSz="457200">
        <a:lnSpc>
          <a:spcPct val="94000"/>
        </a:lnSpc>
        <a:spcBef>
          <a:spcPct val="0"/>
        </a:spcBef>
        <a:spcAft>
          <a:spcPts val="575"/>
        </a:spcAft>
        <a:buClr>
          <a:srgbClr val="000000"/>
        </a:buClr>
        <a:buSzPct val="100000"/>
        <a:buFont typeface="Times New Roman"/>
        <a:defRPr sz="2000" kern="1200" dirty="0">
          <a:solidFill>
            <a:srgbClr val="000000"/>
          </a:solidFill>
          <a:latin typeface="+mn-lt"/>
          <a:ea typeface="+mn-ea"/>
          <a:cs typeface="+mn-cs"/>
        </a:defRPr>
      </a:lvl4pPr>
      <a:lvl5pPr marL="2057400" indent="-228600" rtl="0" algn="l" fontAlgn="base" defTabSz="457200">
        <a:lnSpc>
          <a:spcPct val="94000"/>
        </a:lnSpc>
        <a:spcBef>
          <a:spcPct val="0"/>
        </a:spcBef>
        <a:spcAft>
          <a:spcPts val="288"/>
        </a:spcAft>
        <a:buClr>
          <a:srgbClr val="000000"/>
        </a:buClr>
        <a:buSzPct val="100000"/>
        <a:buFont typeface="Times New Roman"/>
        <a:defRPr sz="2000" kern="1200" dirty="0">
          <a:solidFill>
            <a:srgbClr val="000000"/>
          </a:solidFill>
          <a:latin typeface="+mn-lt"/>
          <a:ea typeface="+mn-ea"/>
          <a:cs typeface="+mn-cs"/>
        </a:defRPr>
      </a:lvl5pPr>
      <a:lvl6pPr marL="2514600" indent="-228600" rtl="0" algn="l" defTabSz="914400">
        <a:lnSpc>
          <a:spcPct val="90000"/>
        </a:lnSpc>
        <a:spcBef>
          <a:spcPts val="500"/>
        </a:spcBef>
        <a:buFont typeface="Arial"/>
        <a:buChar char="•"/>
        <a:defRPr sz="1800" kern="1200" dirty="0">
          <a:solidFill>
            <a:schemeClr val="tx1"/>
          </a:solidFill>
          <a:latin typeface="+mn-lt"/>
          <a:ea typeface="+mn-ea"/>
          <a:cs typeface="+mn-cs"/>
        </a:defRPr>
      </a:lvl6pPr>
      <a:lvl7pPr marL="2971800" indent="-228600" rtl="0" algn="l" defTabSz="914400">
        <a:lnSpc>
          <a:spcPct val="90000"/>
        </a:lnSpc>
        <a:spcBef>
          <a:spcPts val="500"/>
        </a:spcBef>
        <a:buFont typeface="Arial"/>
        <a:buChar char="•"/>
        <a:defRPr sz="1800" kern="1200" dirty="0">
          <a:solidFill>
            <a:schemeClr val="tx1"/>
          </a:solidFill>
          <a:latin typeface="+mn-lt"/>
          <a:ea typeface="+mn-ea"/>
          <a:cs typeface="+mn-cs"/>
        </a:defRPr>
      </a:lvl7pPr>
      <a:lvl8pPr marL="3429000" indent="-228600" rtl="0" algn="l" defTabSz="914400">
        <a:lnSpc>
          <a:spcPct val="90000"/>
        </a:lnSpc>
        <a:spcBef>
          <a:spcPts val="500"/>
        </a:spcBef>
        <a:buFont typeface="Arial"/>
        <a:buChar char="•"/>
        <a:defRPr sz="1800" kern="1200" dirty="0">
          <a:solidFill>
            <a:schemeClr val="tx1"/>
          </a:solidFill>
          <a:latin typeface="+mn-lt"/>
          <a:ea typeface="+mn-ea"/>
          <a:cs typeface="+mn-cs"/>
        </a:defRPr>
      </a:lvl8pPr>
      <a:lvl9pPr marL="3886200" indent="-228600" rtl="0" algn="l" defTabSz="914400">
        <a:lnSpc>
          <a:spcPct val="90000"/>
        </a:lnSpc>
        <a:spcBef>
          <a:spcPts val="500"/>
        </a:spcBef>
        <a:buFont typeface="Arial"/>
        <a:buChar char="•"/>
        <a:defRPr sz="1800" kern="1200" dirty="0">
          <a:solidFill>
            <a:schemeClr val="tx1"/>
          </a:solidFill>
          <a:latin typeface="+mn-lt"/>
          <a:ea typeface="+mn-ea"/>
          <a:cs typeface="+mn-cs"/>
        </a:defRPr>
      </a:lvl9pPr>
    </p:bodyStyle>
    <p:otherStyle>
      <a:defPPr defTabSz="914400">
        <a:defRPr lang="en-US" dirty="0"/>
      </a:defPPr>
      <a:lvl1pPr marL="0" rtl="0" algn="l" defTabSz="914400">
        <a:defRPr sz="1800" kern="1200" dirty="0">
          <a:solidFill>
            <a:schemeClr val="tx1"/>
          </a:solidFill>
          <a:latin typeface="+mn-lt"/>
          <a:ea typeface="+mn-ea"/>
          <a:cs typeface="+mn-cs"/>
        </a:defRPr>
      </a:lvl1pPr>
      <a:lvl2pPr marL="457200" rtl="0" algn="l" defTabSz="914400">
        <a:defRPr sz="1800" kern="1200" dirty="0">
          <a:solidFill>
            <a:schemeClr val="tx1"/>
          </a:solidFill>
          <a:latin typeface="+mn-lt"/>
          <a:ea typeface="+mn-ea"/>
          <a:cs typeface="+mn-cs"/>
        </a:defRPr>
      </a:lvl2pPr>
      <a:lvl3pPr marL="914400" rtl="0" algn="l" defTabSz="914400">
        <a:defRPr sz="1800" kern="1200" dirty="0">
          <a:solidFill>
            <a:schemeClr val="tx1"/>
          </a:solidFill>
          <a:latin typeface="+mn-lt"/>
          <a:ea typeface="+mn-ea"/>
          <a:cs typeface="+mn-cs"/>
        </a:defRPr>
      </a:lvl3pPr>
      <a:lvl4pPr marL="1371600" rtl="0" algn="l" defTabSz="914400">
        <a:defRPr sz="1800" kern="1200" dirty="0">
          <a:solidFill>
            <a:schemeClr val="tx1"/>
          </a:solidFill>
          <a:latin typeface="+mn-lt"/>
          <a:ea typeface="+mn-ea"/>
          <a:cs typeface="+mn-cs"/>
        </a:defRPr>
      </a:lvl4pPr>
      <a:lvl5pPr marL="1828800" rtl="0" algn="l" defTabSz="914400">
        <a:defRPr sz="1800" kern="1200" dirty="0">
          <a:solidFill>
            <a:schemeClr val="tx1"/>
          </a:solidFill>
          <a:latin typeface="+mn-lt"/>
          <a:ea typeface="+mn-ea"/>
          <a:cs typeface="+mn-cs"/>
        </a:defRPr>
      </a:lvl5pPr>
      <a:lvl6pPr marL="2286000" rtl="0" algn="l" defTabSz="914400">
        <a:defRPr sz="1800" kern="1200" dirty="0">
          <a:solidFill>
            <a:schemeClr val="tx1"/>
          </a:solidFill>
          <a:latin typeface="+mn-lt"/>
          <a:ea typeface="+mn-ea"/>
          <a:cs typeface="+mn-cs"/>
        </a:defRPr>
      </a:lvl6pPr>
      <a:lvl7pPr marL="2743200" rtl="0" algn="l" defTabSz="914400">
        <a:defRPr sz="1800" kern="1200" dirty="0">
          <a:solidFill>
            <a:schemeClr val="tx1"/>
          </a:solidFill>
          <a:latin typeface="+mn-lt"/>
          <a:ea typeface="+mn-ea"/>
          <a:cs typeface="+mn-cs"/>
        </a:defRPr>
      </a:lvl7pPr>
      <a:lvl8pPr marL="3200400" rtl="0" algn="l" defTabSz="914400">
        <a:defRPr sz="1800" kern="1200" dirty="0">
          <a:solidFill>
            <a:schemeClr val="tx1"/>
          </a:solidFill>
          <a:latin typeface="+mn-lt"/>
          <a:ea typeface="+mn-ea"/>
          <a:cs typeface="+mn-cs"/>
        </a:defRPr>
      </a:lvl8pPr>
      <a:lvl9pPr marL="3657600" rtl="0" algn="l" defTabSz="914400">
        <a:defRPr sz="1800" kern="1200" dirty="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pic>
        <p:nvPicPr>
          <p:cNvPr id="2049" name="Picture 1"/>
          <p:cNvPicPr>
            <a:picLocks noChangeAspect="1"/>
          </p:cNvPicPr>
          <p:nvPr/>
        </p:nvPicPr>
        <p:blipFill>
          <a:blip r:embed="DeterministicId1">
            <a:lum/>
          </a:blip>
          <a:srcRect/>
          <a:stretch>
            <a:fillRect/>
          </a:stretch>
        </p:blipFill>
        <p:spPr bwMode="auto">
          <a:xfrm>
            <a:off x="0" y="0"/>
            <a:ext cx="10079038" cy="7559675"/>
          </a:xfrm>
          <a:prstGeom prst="rect">
            <a:avLst/>
          </a:prstGeom>
          <a:noFill/>
          <a:ln>
            <a:noFill/>
            <a:headEnd type="none"/>
            <a:tailEnd type="none"/>
          </a:ln>
          <a:effectLst/>
        </p:spPr>
      </p:pic>
      <p:sp>
        <p:nvSpPr>
          <p:cNvPr id="2050" name="Rectangle 2"/>
          <p:cNvSpPr>
            <a:spLocks noGrp="1"/>
          </p:cNvSpPr>
          <p:nvPr>
            <p:ph type="title"/>
          </p:nvPr>
        </p:nvSpPr>
        <p:spPr bwMode="auto">
          <a:xfrm>
            <a:off x="503238" y="576263"/>
            <a:ext cx="7197725" cy="719137"/>
          </a:xfrm>
          <a:prstGeom prst="rect">
            <a:avLst/>
          </a:prstGeom>
          <a:noFill/>
          <a:ln>
            <a:noFill/>
            <a:headEnd type="none"/>
            <a:tailEnd type="none"/>
          </a:ln>
          <a:effectLst/>
        </p:spPr>
        <p:txBody>
          <a:bodyPr numCol="1" lIns="0" tIns="0" rIns="0" bIns="0" anchor="ctr" wrap="square">
            <a:prstTxWarp prst="textNoShape">
              <a:avLst/>
            </a:prstTxWarp>
          </a:bodyPr>
          <a:lstStyle/>
          <a:p>
            <a:pPr/>
            <a:r>
              <a:rPr altLang="en-US" lang="en-GB" dirty="0"/>
              <a:t>Click to edit the title text format</a:t>
            </a:r>
          </a:p>
        </p:txBody>
      </p:sp>
      <p:sp>
        <p:nvSpPr>
          <p:cNvPr id="2051" name="Rectangle 3"/>
          <p:cNvSpPr>
            <a:spLocks noGrp="1"/>
          </p:cNvSpPr>
          <p:nvPr>
            <p:ph type="body" idx="1"/>
          </p:nvPr>
        </p:nvSpPr>
        <p:spPr bwMode="auto">
          <a:xfrm>
            <a:off x="503238" y="1800225"/>
            <a:ext cx="9070975" cy="4383088"/>
          </a:xfrm>
          <a:prstGeom prst="rect">
            <a:avLst/>
          </a:prstGeom>
          <a:noFill/>
          <a:ln>
            <a:noFill/>
            <a:headEnd type="none"/>
            <a:tailEnd type="none"/>
          </a:ln>
          <a:effectLst/>
        </p:spPr>
        <p:txBody>
          <a:bodyPr numCol="1" lIns="0" tIns="19656" rIns="0" bIns="0" anchor="t" wrap="square">
            <a:prstTxWarp prst="textNoShape">
              <a:avLst/>
            </a:prstTxWarp>
          </a:bodyPr>
          <a:lstStyle/>
          <a:p>
            <a:pPr/>
            <a:r>
              <a:rPr altLang="en-US" lang="en-GB" dirty="0"/>
              <a:t>Click to edit the outline text format</a:t>
            </a:r>
          </a:p>
          <a:p>
            <a:pPr lvl="1"/>
            <a:r>
              <a:rPr altLang="en-US" lang="en-GB" dirty="0"/>
              <a:t>Second Outline Level</a:t>
            </a:r>
          </a:p>
          <a:p>
            <a:pPr lvl="2"/>
            <a:r>
              <a:rPr altLang="en-US" lang="en-GB" dirty="0"/>
              <a:t>Third Outline Level</a:t>
            </a:r>
          </a:p>
          <a:p>
            <a:pPr lvl="3"/>
            <a:r>
              <a:rPr altLang="en-US" lang="en-GB" dirty="0"/>
              <a:t>Fourth Outline Level</a:t>
            </a:r>
          </a:p>
          <a:p>
            <a:pPr lvl="4"/>
            <a:r>
              <a:rPr altLang="en-US" lang="en-GB" dirty="0"/>
              <a:t>Fifth Outline Level</a:t>
            </a:r>
          </a:p>
          <a:p>
            <a:pPr lvl="4"/>
            <a:r>
              <a:rPr altLang="en-US" lang="en-GB" dirty="0"/>
              <a:t>Sixth Outline Level</a:t>
            </a:r>
          </a:p>
          <a:p>
            <a:pPr lvl="4"/>
            <a:r>
              <a:rPr altLang="en-US" lang="en-GB" dirty="0"/>
              <a:t>Seventh Outline Level</a:t>
            </a:r>
          </a:p>
        </p:txBody>
      </p:sp>
      <p:sp>
        <p:nvSpPr>
          <p:cNvPr id="2052" name="Rectangle 4"/>
          <p:cNvSpPr>
            <a:spLocks noGrp="1"/>
          </p:cNvSpPr>
          <p:nvPr>
            <p:ph type="dt"/>
          </p:nvPr>
        </p:nvSpPr>
        <p:spPr bwMode="auto">
          <a:xfrm>
            <a:off x="50323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endParaRPr altLang="en-US" lang="en-US" dirty="0"/>
          </a:p>
        </p:txBody>
      </p:sp>
      <p:sp>
        <p:nvSpPr>
          <p:cNvPr id="2053" name="Rectangle 5"/>
          <p:cNvSpPr>
            <a:spLocks noGrp="1"/>
          </p:cNvSpPr>
          <p:nvPr>
            <p:ph type="ftr"/>
          </p:nvPr>
        </p:nvSpPr>
        <p:spPr bwMode="auto">
          <a:xfrm>
            <a:off x="3448050" y="6886575"/>
            <a:ext cx="3194050" cy="519113"/>
          </a:xfrm>
          <a:prstGeom prst="rect">
            <a:avLst/>
          </a:prstGeom>
          <a:noFill/>
          <a:ln>
            <a:noFill/>
            <a:headEnd type="none"/>
            <a:tailEnd type="none"/>
          </a:ln>
          <a:effectLst/>
        </p:spPr>
        <p:txBody>
          <a:bodyPr numCol="1" lIns="0" tIns="0" rIns="0" bIns="0" anchor="t" wrap="square">
            <a:prstTxWarp prst="textNoShape">
              <a:avLst/>
            </a:prstTxWarp>
          </a:bodyPr>
          <a:lstStyle>
            <a:lvl1pPr algn="ctr">
              <a:lnSpc>
                <a:spcPct val="93000"/>
              </a:lnSpc>
              <a:tabLst>
                <a:tab pos="457200" algn="l"/>
                <a:tab pos="914400" algn="l"/>
                <a:tab pos="1371600" algn="l"/>
                <a:tab pos="1828800" algn="l"/>
                <a:tab pos="2286000" algn="l"/>
                <a:tab pos="2743200" algn="l"/>
              </a:tabLst>
              <a:defRPr sz="1400" dirty="0">
                <a:solidFill>
                  <a:srgbClr val="000000"/>
                </a:solidFill>
                <a:latin typeface="Times New Roman"/>
                <a:cs typeface="DejaVu Sans"/>
              </a:defRPr>
            </a:lvl1pPr>
          </a:lstStyle>
          <a:p>
            <a:pPr/>
            <a:endParaRPr altLang="en-US" lang="en-US" dirty="0"/>
          </a:p>
        </p:txBody>
      </p:sp>
      <p:sp>
        <p:nvSpPr>
          <p:cNvPr id="2054" name="Rectangle 6"/>
          <p:cNvSpPr>
            <a:spLocks noGrp="1"/>
          </p:cNvSpPr>
          <p:nvPr>
            <p:ph type="sldNum"/>
          </p:nvPr>
        </p:nvSpPr>
        <p:spPr bwMode="auto">
          <a:xfrm>
            <a:off x="7226300"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fld id="{340FA9FE-4DFB-495A-AF32-1B8DD53578E8}" type="slidenum">
              <a:rPr altLang="en-US" lang="en-US" dirty="0"/>
              <a:t>‹#›</a:t>
            </a:fld>
            <a:endParaRPr altLang="en-US" lang="en-US" dirty="0"/>
          </a:p>
        </p:txBody>
      </p:sp>
    </p:spTree>
  </p:cSld>
  <p:clrMap bg1="lt1" tx1="dk1" bg2="lt2" tx2="dk2" accent1="accent1" accent2="accent2" accent3="accent3" accent4="accent4" accent5="accent5" accent6="accent6" hlink="hlink" folHlink="folHlink"/>
  <p:sldLayoutIdLst>
    <p:sldLayoutId id="2147483661" r:id="DeterministicId2"/>
    <p:sldLayoutId id="2147483662" r:id="DeterministicId3"/>
    <p:sldLayoutId id="2147483663" r:id="DeterministicId4"/>
    <p:sldLayoutId id="2147483664" r:id="DeterministicId5"/>
    <p:sldLayoutId id="2147483665" r:id="DeterministicId6"/>
    <p:sldLayoutId id="2147483666" r:id="DeterministicId7"/>
    <p:sldLayoutId id="2147483667" r:id="DeterministicId8"/>
    <p:sldLayoutId id="2147483668" r:id="DeterministicId9"/>
    <p:sldLayoutId id="2147483669" r:id="DeterministicId10"/>
    <p:sldLayoutId id="2147483670" r:id="DeterministicId11"/>
    <p:sldLayoutId id="2147483671" r:id="DeterministicId12"/>
    <p:sldLayoutId id="2147483672" r:id="DeterministicId13"/>
  </p:sldLayoutIdLst>
  <p:txStyles>
    <p:titleStyle>
      <a:lvl1pPr rtl="0" algn="l" fontAlgn="base" defTabSz="457200">
        <a:lnSpc>
          <a:spcPct val="94000"/>
        </a:lnSpc>
        <a:spcBef>
          <a:spcPct val="0"/>
        </a:spcBef>
        <a:spcAft>
          <a:spcPct val="0"/>
        </a:spcAft>
        <a:buClr>
          <a:srgbClr val="000000"/>
        </a:buClr>
        <a:buSzPct val="100000"/>
        <a:buFont typeface="Times New Roman"/>
        <a:defRPr sz="3600" kern="1200" dirty="0">
          <a:solidFill>
            <a:srgbClr val="000000"/>
          </a:solidFill>
          <a:latin typeface="+mj-lt"/>
          <a:ea typeface="+mj-ea"/>
          <a:cs typeface="+mj-cs"/>
        </a:defRPr>
      </a:lvl1pPr>
      <a:lvl2pPr marL="742950" indent="-28575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2pPr>
      <a:lvl3pPr marL="11430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3pPr>
      <a:lvl4pPr marL="16002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4pPr>
      <a:lvl5pPr marL="20574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5pPr>
      <a:lvl6pPr marL="25146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6pPr>
      <a:lvl7pPr marL="29718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7pPr>
      <a:lvl8pPr marL="34290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8pPr>
      <a:lvl9pPr marL="38862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9pPr>
    </p:titleStyle>
    <p:bodyStyle>
      <a:lvl1pPr marL="342900" indent="-342900" rtl="0" algn="l" fontAlgn="base" defTabSz="457200">
        <a:lnSpc>
          <a:spcPct val="94000"/>
        </a:lnSpc>
        <a:spcBef>
          <a:spcPct val="0"/>
        </a:spcBef>
        <a:spcAft>
          <a:spcPts val="1425"/>
        </a:spcAft>
        <a:buClr>
          <a:srgbClr val="000000"/>
        </a:buClr>
        <a:buSzPct val="100000"/>
        <a:buFont typeface="Times New Roman"/>
        <a:defRPr sz="2600" kern="1200" dirty="0">
          <a:solidFill>
            <a:srgbClr val="000000"/>
          </a:solidFill>
          <a:latin typeface="+mn-lt"/>
          <a:ea typeface="+mn-ea"/>
          <a:cs typeface="+mn-cs"/>
        </a:defRPr>
      </a:lvl1pPr>
      <a:lvl2pPr marL="742950" indent="-285750" rtl="0" algn="l" fontAlgn="base" defTabSz="457200">
        <a:lnSpc>
          <a:spcPct val="94000"/>
        </a:lnSpc>
        <a:spcBef>
          <a:spcPct val="0"/>
        </a:spcBef>
        <a:spcAft>
          <a:spcPts val="1138"/>
        </a:spcAft>
        <a:buClr>
          <a:srgbClr val="000000"/>
        </a:buClr>
        <a:buSzPct val="100000"/>
        <a:buFont typeface="Times New Roman"/>
        <a:defRPr sz="2600" kern="1200" dirty="0">
          <a:solidFill>
            <a:srgbClr val="000000"/>
          </a:solidFill>
          <a:latin typeface="+mn-lt"/>
          <a:ea typeface="+mn-ea"/>
          <a:cs typeface="+mn-cs"/>
        </a:defRPr>
      </a:lvl2pPr>
      <a:lvl3pPr marL="1143000" indent="-228600" rtl="0" algn="l" fontAlgn="base" defTabSz="457200">
        <a:lnSpc>
          <a:spcPct val="94000"/>
        </a:lnSpc>
        <a:spcBef>
          <a:spcPct val="0"/>
        </a:spcBef>
        <a:spcAft>
          <a:spcPts val="850"/>
        </a:spcAft>
        <a:buClr>
          <a:srgbClr val="000000"/>
        </a:buClr>
        <a:buSzPct val="100000"/>
        <a:buFont typeface="Times New Roman"/>
        <a:defRPr sz="2600" kern="1200" dirty="0">
          <a:solidFill>
            <a:srgbClr val="000000"/>
          </a:solidFill>
          <a:latin typeface="+mn-lt"/>
          <a:ea typeface="+mn-ea"/>
          <a:cs typeface="+mn-cs"/>
        </a:defRPr>
      </a:lvl3pPr>
      <a:lvl4pPr marL="1600200" indent="-228600" rtl="0" algn="l" fontAlgn="base" defTabSz="457200">
        <a:lnSpc>
          <a:spcPct val="94000"/>
        </a:lnSpc>
        <a:spcBef>
          <a:spcPct val="0"/>
        </a:spcBef>
        <a:spcAft>
          <a:spcPts val="575"/>
        </a:spcAft>
        <a:buClr>
          <a:srgbClr val="000000"/>
        </a:buClr>
        <a:buSzPct val="100000"/>
        <a:buFont typeface="Times New Roman"/>
        <a:defRPr sz="2600" kern="1200" dirty="0">
          <a:solidFill>
            <a:srgbClr val="000000"/>
          </a:solidFill>
          <a:latin typeface="+mn-lt"/>
          <a:ea typeface="+mn-ea"/>
          <a:cs typeface="+mn-cs"/>
        </a:defRPr>
      </a:lvl4pPr>
      <a:lvl5pPr marL="2057400" indent="-228600" rtl="0" algn="l" fontAlgn="base" defTabSz="457200">
        <a:lnSpc>
          <a:spcPct val="94000"/>
        </a:lnSpc>
        <a:spcBef>
          <a:spcPct val="0"/>
        </a:spcBef>
        <a:spcAft>
          <a:spcPts val="288"/>
        </a:spcAft>
        <a:buClr>
          <a:srgbClr val="000000"/>
        </a:buClr>
        <a:buSzPct val="100000"/>
        <a:buFont typeface="Times New Roman"/>
        <a:defRPr sz="2600" kern="1200" dirty="0">
          <a:solidFill>
            <a:srgbClr val="000000"/>
          </a:solidFill>
          <a:latin typeface="+mn-lt"/>
          <a:ea typeface="+mn-ea"/>
          <a:cs typeface="+mn-cs"/>
        </a:defRPr>
      </a:lvl5pPr>
      <a:lvl6pPr marL="2514600" indent="-228600" rtl="0" algn="l" defTabSz="914400">
        <a:lnSpc>
          <a:spcPct val="90000"/>
        </a:lnSpc>
        <a:spcBef>
          <a:spcPts val="500"/>
        </a:spcBef>
        <a:buFont typeface="Arial"/>
        <a:buChar char="•"/>
        <a:defRPr sz="1800" kern="1200" dirty="0">
          <a:solidFill>
            <a:schemeClr val="tx1"/>
          </a:solidFill>
          <a:latin typeface="+mn-lt"/>
          <a:ea typeface="+mn-ea"/>
          <a:cs typeface="+mn-cs"/>
        </a:defRPr>
      </a:lvl6pPr>
      <a:lvl7pPr marL="2971800" indent="-228600" rtl="0" algn="l" defTabSz="914400">
        <a:lnSpc>
          <a:spcPct val="90000"/>
        </a:lnSpc>
        <a:spcBef>
          <a:spcPts val="500"/>
        </a:spcBef>
        <a:buFont typeface="Arial"/>
        <a:buChar char="•"/>
        <a:defRPr sz="1800" kern="1200" dirty="0">
          <a:solidFill>
            <a:schemeClr val="tx1"/>
          </a:solidFill>
          <a:latin typeface="+mn-lt"/>
          <a:ea typeface="+mn-ea"/>
          <a:cs typeface="+mn-cs"/>
        </a:defRPr>
      </a:lvl7pPr>
      <a:lvl8pPr marL="3429000" indent="-228600" rtl="0" algn="l" defTabSz="914400">
        <a:lnSpc>
          <a:spcPct val="90000"/>
        </a:lnSpc>
        <a:spcBef>
          <a:spcPts val="500"/>
        </a:spcBef>
        <a:buFont typeface="Arial"/>
        <a:buChar char="•"/>
        <a:defRPr sz="1800" kern="1200" dirty="0">
          <a:solidFill>
            <a:schemeClr val="tx1"/>
          </a:solidFill>
          <a:latin typeface="+mn-lt"/>
          <a:ea typeface="+mn-ea"/>
          <a:cs typeface="+mn-cs"/>
        </a:defRPr>
      </a:lvl8pPr>
      <a:lvl9pPr marL="3886200" indent="-228600" rtl="0" algn="l" defTabSz="914400">
        <a:lnSpc>
          <a:spcPct val="90000"/>
        </a:lnSpc>
        <a:spcBef>
          <a:spcPts val="500"/>
        </a:spcBef>
        <a:buFont typeface="Arial"/>
        <a:buChar char="•"/>
        <a:defRPr sz="1800" kern="1200" dirty="0">
          <a:solidFill>
            <a:schemeClr val="tx1"/>
          </a:solidFill>
          <a:latin typeface="+mn-lt"/>
          <a:ea typeface="+mn-ea"/>
          <a:cs typeface="+mn-cs"/>
        </a:defRPr>
      </a:lvl9pPr>
    </p:bodyStyle>
    <p:otherStyle>
      <a:defPPr defTabSz="914400">
        <a:defRPr lang="en-US" dirty="0"/>
      </a:defPPr>
      <a:lvl1pPr marL="0" rtl="0" algn="l" defTabSz="914400">
        <a:defRPr sz="1800" kern="1200" dirty="0">
          <a:solidFill>
            <a:schemeClr val="tx1"/>
          </a:solidFill>
          <a:latin typeface="+mn-lt"/>
          <a:ea typeface="+mn-ea"/>
          <a:cs typeface="+mn-cs"/>
        </a:defRPr>
      </a:lvl1pPr>
      <a:lvl2pPr marL="457200" rtl="0" algn="l" defTabSz="914400">
        <a:defRPr sz="1800" kern="1200" dirty="0">
          <a:solidFill>
            <a:schemeClr val="tx1"/>
          </a:solidFill>
          <a:latin typeface="+mn-lt"/>
          <a:ea typeface="+mn-ea"/>
          <a:cs typeface="+mn-cs"/>
        </a:defRPr>
      </a:lvl2pPr>
      <a:lvl3pPr marL="914400" rtl="0" algn="l" defTabSz="914400">
        <a:defRPr sz="1800" kern="1200" dirty="0">
          <a:solidFill>
            <a:schemeClr val="tx1"/>
          </a:solidFill>
          <a:latin typeface="+mn-lt"/>
          <a:ea typeface="+mn-ea"/>
          <a:cs typeface="+mn-cs"/>
        </a:defRPr>
      </a:lvl3pPr>
      <a:lvl4pPr marL="1371600" rtl="0" algn="l" defTabSz="914400">
        <a:defRPr sz="1800" kern="1200" dirty="0">
          <a:solidFill>
            <a:schemeClr val="tx1"/>
          </a:solidFill>
          <a:latin typeface="+mn-lt"/>
          <a:ea typeface="+mn-ea"/>
          <a:cs typeface="+mn-cs"/>
        </a:defRPr>
      </a:lvl4pPr>
      <a:lvl5pPr marL="1828800" rtl="0" algn="l" defTabSz="914400">
        <a:defRPr sz="1800" kern="1200" dirty="0">
          <a:solidFill>
            <a:schemeClr val="tx1"/>
          </a:solidFill>
          <a:latin typeface="+mn-lt"/>
          <a:ea typeface="+mn-ea"/>
          <a:cs typeface="+mn-cs"/>
        </a:defRPr>
      </a:lvl5pPr>
      <a:lvl6pPr marL="2286000" rtl="0" algn="l" defTabSz="914400">
        <a:defRPr sz="1800" kern="1200" dirty="0">
          <a:solidFill>
            <a:schemeClr val="tx1"/>
          </a:solidFill>
          <a:latin typeface="+mn-lt"/>
          <a:ea typeface="+mn-ea"/>
          <a:cs typeface="+mn-cs"/>
        </a:defRPr>
      </a:lvl6pPr>
      <a:lvl7pPr marL="2743200" rtl="0" algn="l" defTabSz="914400">
        <a:defRPr sz="1800" kern="1200" dirty="0">
          <a:solidFill>
            <a:schemeClr val="tx1"/>
          </a:solidFill>
          <a:latin typeface="+mn-lt"/>
          <a:ea typeface="+mn-ea"/>
          <a:cs typeface="+mn-cs"/>
        </a:defRPr>
      </a:lvl7pPr>
      <a:lvl8pPr marL="3200400" rtl="0" algn="l" defTabSz="914400">
        <a:defRPr sz="1800" kern="1200" dirty="0">
          <a:solidFill>
            <a:schemeClr val="tx1"/>
          </a:solidFill>
          <a:latin typeface="+mn-lt"/>
          <a:ea typeface="+mn-ea"/>
          <a:cs typeface="+mn-cs"/>
        </a:defRPr>
      </a:lvl8pPr>
      <a:lvl9pPr marL="3657600" rtl="0" algn="l" defTabSz="914400">
        <a:defRPr sz="1800" kern="1200" dirty="0">
          <a:solidFill>
            <a:schemeClr val="tx1"/>
          </a:solidFill>
          <a:latin typeface="+mn-lt"/>
          <a:ea typeface="+mn-ea"/>
          <a:cs typeface="+mn-cs"/>
        </a:defRPr>
      </a:lvl9pPr>
    </p:otherStyle>
  </p:txStyles>
</p:sldMaster>
</file>

<file path=ppt/slides/_rels/slide1.xml.rels>&#65279;<?xml version="1.0" encoding="utf-8" standalone="yes"?><Relationships xmlns="http://schemas.openxmlformats.org/package/2006/relationships"><Relationship Id="DeterministicId1" Type="http://schemas.openxmlformats.org/officeDocument/2006/relationships/notesSlide" Target="../notesSlides/notesSlide1.xml" /><Relationship Id="DeterministicId2" Type="http://schemas.openxmlformats.org/officeDocument/2006/relationships/slideLayout" Target="../slideLayouts/slideLayout23.xml" /></Relationships>
</file>

<file path=ppt/slides/_rels/slide2.xml.rels>&#65279;<?xml version="1.0" encoding="utf-8" standalone="yes"?><Relationships xmlns="http://schemas.openxmlformats.org/package/2006/relationships"><Relationship Id="DeterministicId1" Type="http://schemas.openxmlformats.org/officeDocument/2006/relationships/image" Target="../media/image2.emf" /><Relationship Id="DeterministicId2" Type="http://schemas.openxmlformats.org/officeDocument/2006/relationships/notesSlide" Target="../notesSlides/notesSlide2.xml" /><Relationship Id="DeterministicId3" Type="http://schemas.openxmlformats.org/officeDocument/2006/relationships/oleObject" Target="../embeddings/oleObject1.bin" /><Relationship Id="DeterministicId4" Type="http://schemas.openxmlformats.org/officeDocument/2006/relationships/slideLayout" Target="../slideLayouts/slideLayout13.xml" /></Relationships>
</file>

<file path=ppt/slides/_rels/slide3.xml.rels>&#65279;<?xml version="1.0" encoding="utf-8" standalone="yes"?><Relationships xmlns="http://schemas.openxmlformats.org/package/2006/relationships"><Relationship Id="DeterministicId1" Type="http://schemas.openxmlformats.org/officeDocument/2006/relationships/notesSlide" Target="../notesSlides/notesSlide3.xml" /><Relationship Id="DeterministicId2" Type="http://schemas.openxmlformats.org/officeDocument/2006/relationships/slideLayout" Target="../slideLayouts/slideLayout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7"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Lorem ipsum</a:t>
            </a:r>
          </a:p>
        </p:txBody>
      </p:sp>
      <p:sp>
        <p:nvSpPr>
          <p:cNvPr id="4098" name="Rectangle 2"/>
          <p:cNvSpPr>
            <a:spLocks noGrp="1"/>
          </p:cNvSpPr>
          <p:nvPr>
            <p:ph type="subTitle" idx="4294967295"/>
          </p:nvPr>
        </p:nvSpPr>
        <p:spPr bwMode="auto">
          <a:xfrm>
            <a:off x="503238" y="1800225"/>
            <a:ext cx="9072562" cy="4384675"/>
          </a:xfrm>
          <a:prstGeom prst="rect">
            <a:avLst/>
          </a:prstGeom>
          <a:noFill/>
          <a:ln>
            <a:headEnd type="none"/>
            <a:tailEnd type="none"/>
          </a:ln>
        </p:spPr>
        <p:txBody>
          <a:bodyPr lIns="0" tIns="11340" rIns="0" bIns="0" anchor="ctr" wrap="square"/>
          <a:lstStyle/>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500" dirty="0"/>
              <a:t>Lorem ipsum dolor sit amet, consectetur adipiscing elit. Nunc ac faucibus odio. Vestibulum neque massa, scelerisque sit amet ligula eu, congue molestie mi. Praesent ut varius sem. Nullam at porttitor arcu, nec lacinia nisi. Ut ac dolor vitae odio interdum condimentum. Vivamus dapibus sodales ex, vitae malesuada ipsum cursus convallis. Maecenas sed egestas nulla, ac condimentum orci. Mauris diam felis, vulputate ac suscipit et, iaculis non est. Curabitur semper arcu ac ligula semper, nec luctus nisl blandit. Integer lacinia ante ac libero lobortis imperdiet. Nullam mollis convallis ipsum, ac accumsan nunc vehicula vitae. Nulla eget justo in felis tristique fringilla. Morbi sit amet tortor quis risus auctor condimentum. Morbi in ullamcorper elit. Nulla iaculis tellus sit amet mauris tempus fringilla.</a:t>
            </a:r>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500" dirty="0"/>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500" dirty="0"/>
              <a:t>Maecenas mauris lectus, lobortis et purus mattis, blandit dictum tellus. Maecenas non lorem quis tellus placerat varius. Nulla facilisi. Aenean congue fringilla justo ut aliquam. Mauris id ex erat. Nunc vulputate neque vitae justo facilisis, non condimentum ante sagittis. Morbi viverra semper lorem nec molestie. Maecenas tincidunt est efficitur ligula euismod, sit amet ornare est vulputate.</a:t>
            </a:r>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500" dirty="0"/>
          </a:p>
        </p:txBody>
      </p:sp>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4097">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4098">
                                            <p:txEl>
                                              <p:pRg st="0" end="0"/>
                                            </p:txEl>
                                          </p:spTgt>
                                        </p:tgtEl>
                                        <p:attrNameLst>
                                          <p:attrName>style.visibility</p:attrName>
                                        </p:attrNameLst>
                                      </p:cBhvr>
                                      <p:to>
                                        <p:strVal val="visible"/>
                                      </p:to>
                                    </p:set>
                                  </p:childTnLst>
                                </p:cTn>
                              </p:par>
                            </p:childTnLst>
                          </p:cTn>
                        </p:par>
                      </p:childTnLst>
                    </p:cTn>
                  </p:par>
                  <p:par>
                    <p:cTn fill="hold" id="11" nodeType="clickPar">
                      <p:stCondLst>
                        <p:cond delay="indefinite"/>
                      </p:stCondLst>
                      <p:childTnLst>
                        <p:par>
                          <p:cTn fill="hold" id="12" nodeType="withGroup">
                            <p:stCondLst>
                              <p:cond delay="0"/>
                            </p:stCondLst>
                            <p:childTnLst>
                              <p:par>
                                <p:cTn fill="hold" id="13" nodeType="clickEffect" presetClass="entr" presetID="1">
                                  <p:stCondLst>
                                    <p:cond delay="0"/>
                                  </p:stCondLst>
                                  <p:childTnLst>
                                    <p:set>
                                      <p:cBhvr additive="repl">
                                        <p:cTn dur="1" fill="hold" id="14">
                                          <p:stCondLst>
                                            <p:cond delay="0"/>
                                          </p:stCondLst>
                                        </p:cTn>
                                        <p:tgtEl>
                                          <p:spTgt spid="4098">
                                            <p:txEl>
                                              <p:pRg st="2" end="2"/>
                                            </p:txEl>
                                          </p:spTgt>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Chart</a:t>
            </a:r>
          </a:p>
        </p:txBody>
      </p:sp>
      <p:graphicFrame>
        <p:nvGraphicFramePr>
          <p:cNvPr id="5122" name="Object 2"/>
          <p:cNvGraphicFramePr/>
          <p:nvPr/>
        </p:nvGraphicFramePr>
        <p:xfrm>
          <a:off x="1693863" y="2487613"/>
          <a:ext cx="6865937" cy="3598862"/>
        </p:xfrm>
        <a:graphic>
          <a:graphicData uri="http://schemas.openxmlformats.org/presentationml/2006/ole">
            <p:oleObj r:id="DeterministicId3" imgW="6866280" imgH="3598920" progId="">
              <p:embed/>
              <p:pic>
                <p:nvPicPr>
                  <p:cNvPr id="0" name="Object 2"/>
                  <p:cNvPicPr>
                    <a:picLocks noChangeAspect="1"/>
                  </p:cNvPicPr>
                  <p:nvPr/>
                </p:nvPicPr>
                <p:blipFill>
                  <a:blip r:embed="DeterministicId1">
                    <a:lum/>
                  </a:blip>
                  <a:srcRect/>
                  <a:stretch>
                    <a:fillRect/>
                  </a:stretch>
                </p:blipFill>
                <p:spPr bwMode="auto">
                  <a:xfrm>
                    <a:off x="1693863" y="2487613"/>
                    <a:ext cx="6865937" cy="3598862"/>
                  </a:xfrm>
                  <a:prstGeom prst="rect">
                    <a:avLst/>
                  </a:prstGeom>
                  <a:noFill/>
                  <a:ln>
                    <a:headEnd type="none"/>
                    <a:tailEnd type="none"/>
                  </a:ln>
                  <a:effectLst/>
                </p:spPr>
              </p:pic>
            </p:oleObj>
          </a:graphicData>
        </a:graphic>
      </p:graphicFrame>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5121">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5122"/>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Table</a:t>
            </a:r>
          </a:p>
        </p:txBody>
      </p:sp>
      <p:graphicFrame>
        <p:nvGraphicFramePr>
          <p:cNvPr id="6146" name="Group 2"/>
          <p:cNvGraphicFramePr/>
          <p:nvPr/>
        </p:nvGraphicFramePr>
        <p:xfrm>
          <a:off x="503238" y="1800225"/>
          <a:ext cx="9074150" cy="3398838"/>
        </p:xfrm>
        <a:graphic>
          <a:graphicData uri="http://schemas.openxmlformats.org/drawingml/2006/table">
            <a:tbl>
              <a:tblPr>
                <a:tableStyleId>{5940675A-B579-460E-94D1-54222C63F5DA}</a:tableStyleId>
              </a:tblPr>
              <a:tblGrid>
                <a:gridCol w="1814512"/>
                <a:gridCol w="1814513"/>
                <a:gridCol w="1816100"/>
                <a:gridCol w="1814512"/>
                <a:gridCol w="1814513"/>
              </a:tblGrid>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roid Sans Fallback"/>
                        </a:rPr>
                        <a:t>Column 1</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2</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3</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4</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5</a:t>
                      </a:r>
                    </a:p>
                    <a:p>
                      <a:pPr marL="0" indent="0" rtl="0" algn="l" fontAlgn="base" defTabSz="457200">
                        <a:lnSpc>
                          <a:spcPct val="93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2400" b="0" i="0" u="none" strike="noStrike" cap="none" dirty="0">
                        <a:ln>
                          <a:noFill/>
                        </a:ln>
                        <a:solidFill>
                          <a:srgbClr val="000000"/>
                        </a:solidFill>
                        <a:effectLst/>
                        <a:latin typeface="Times New Roman"/>
                        <a:cs typeface="DejaVu Sans"/>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bl>
          </a:graphicData>
        </a:graphic>
      </p:graphicFrame>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6145">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6146"/>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theme/theme1.xml><?xml version="1.0" encoding="utf-8"?>
<a:theme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
        <a:cs typeface="Droid Sans Fallback"/>
      </a:majorFont>
      <a:minorFont>
        <a:latin typeface="Arial"/>
        <a:ea typeface=""/>
        <a:cs typeface="Droid Sans Fallback"/>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ppt/theme/theme2.xml><?xml version="1.0" encoding="utf-8"?>
<a:theme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
        <a:cs typeface="WenQuanYi Zen Hei"/>
      </a:majorFont>
      <a:minorFont>
        <a:latin typeface="Arial"/>
        <a:ea typeface=""/>
        <a:cs typeface="WenQuanYi Zen 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docProps/app.xml><?xml version="1.0" encoding="utf-8"?>
<Properties xmlns="http://schemas.openxmlformats.org/officeDocument/2006/extended-properties">
  <Application>Microsoft Office PowerPoint</Application>
  <Characters>0</Characters>
  <Lines>0</Lines>
  <MMClips>0</MMClips>
  <Notes>3</Notes>
  <Pages>0</Pages>
  <Paragraphs>14</Paragraphs>
  <PresentationFormat>Custom</PresentationFormat>
  <HiddenSlides>0</HiddenSlides>
  <LinksUpToDate>false</LinksUpToDate>
  <ScaleCrop>false</ScaleCrop>
  <Slides>3</Slides>
  <TotalTime>0</TotalTime>
  <Words>231</Words>
  <AppVersion>16.0000</AppVersion>
</Properties>
</file>

<file path=docProps/core.xml><?xml version="1.0" encoding="utf-8"?>
<cp:coreProperties xmlns:dc="http://purl.org/dc/elements/1.1/" xmlns:dcterms="http://purl.org/dc/terms/" xmlns:dcmitype="http://purl.org/dc/dcmitype/" xmlns:xsi="http://www.w3.org/2001/XMLSchema-instance" xmlns:cp="http://schemas.openxmlformats.org/package/2006/metadata/core-properties">
  <dc:description/>
  <dc:subject/>
  <cp:revision>1</cp:revision>
  <cp:lastPrinted>1601-01-01T00:00:00Z</cp:lastPrinted>
  <dc:title>Lorem ipsum</dc:title>
</cp:coreProperties>
</file>