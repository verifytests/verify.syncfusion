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DeterministicId1" Type="http://schemas.openxmlformats.org/officeDocument/2006/relationships/extended-properties" Target="docProps/app.xml" /><Relationship Id="DeterministicId2" Type="http://schemas.openxmlformats.org/officeDocument/2006/relationships/officeDocument" Target="ppt/presentation.xml" /><Relationship Id="DeterministicId3" Type="http://schemas.openxmlformats.org/package/2006/relationships/metadata/core-properties" Target="docProps/core.xml" /><Relationship Id="DeterministicId4" Type="http://schemas.openxmlformats.org/package/2006/relationships/metadata/thumbnail" Target="docProps/thumbnail.jpeg"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DeterministicId6"/>
    <p:sldMasterId id="2147483649" r:id="DeterministicId7"/>
  </p:sldMasterIdLst>
  <p:notesMasterIdLst>
    <p:notesMasterId r:id="DeterministicId1"/>
  </p:notesMasterIdLst>
  <p:sldIdLst>
    <p:sldId id="256" r:id="DeterministicId3"/>
    <p:sldId id="257" r:id="DeterministicId4"/>
    <p:sldId id="258" r:id="DeterministicId5"/>
  </p:sldIdLst>
  <p:sldSz cx="10080625" cy="7559675" type="custom"/>
  <p:notesSz cx="7559675" cy="10691813"/>
  <p:defaultTextStyle>
    <a:defPPr defTabSz="457200">
      <a:defRPr lang="en-GB" dirty="0"/>
    </a:defPPr>
    <a:lvl1pPr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1pPr>
    <a:lvl2pPr marL="742950" indent="-28575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2pPr>
    <a:lvl3pPr marL="11430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3pPr>
    <a:lvl4pPr marL="16002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4pPr>
    <a:lvl5pPr marL="2057400" indent="-228600" rtl="0" algn="l" fontAlgn="base" defTabSz="457200">
      <a:lnSpc>
        <a:spcPct val="94000"/>
      </a:lnSpc>
      <a:spcBef>
        <a:spcPct val="0"/>
      </a:spcBef>
      <a:spcAft>
        <a:spcPct val="0"/>
      </a:spcAft>
      <a:buClr>
        <a:srgbClr val="000000"/>
      </a:buClr>
      <a:buSzPct val="100000"/>
      <a:buFont typeface="Times New Roman"/>
      <a:defRPr kern="1200" dirty="0">
        <a:solidFill>
          <a:schemeClr val="tx1"/>
        </a:solidFill>
        <a:latin typeface="Arial"/>
        <a:ea typeface="+mn-ea"/>
        <a:cs typeface="Droid Sans Fallback"/>
      </a:defRPr>
    </a:lvl5pPr>
    <a:lvl6pPr marL="2286000" rtl="0" algn="l" defTabSz="914400">
      <a:defRPr kern="1200" dirty="0">
        <a:solidFill>
          <a:schemeClr val="tx1"/>
        </a:solidFill>
        <a:latin typeface="Arial"/>
        <a:ea typeface="+mn-ea"/>
        <a:cs typeface="Droid Sans Fallback"/>
      </a:defRPr>
    </a:lvl6pPr>
    <a:lvl7pPr marL="2743200" rtl="0" algn="l" defTabSz="914400">
      <a:defRPr kern="1200" dirty="0">
        <a:solidFill>
          <a:schemeClr val="tx1"/>
        </a:solidFill>
        <a:latin typeface="Arial"/>
        <a:ea typeface="+mn-ea"/>
        <a:cs typeface="Droid Sans Fallback"/>
      </a:defRPr>
    </a:lvl7pPr>
    <a:lvl8pPr marL="3200400" rtl="0" algn="l" defTabSz="914400">
      <a:defRPr kern="1200" dirty="0">
        <a:solidFill>
          <a:schemeClr val="tx1"/>
        </a:solidFill>
        <a:latin typeface="Arial"/>
        <a:ea typeface="+mn-ea"/>
        <a:cs typeface="Droid Sans Fallback"/>
      </a:defRPr>
    </a:lvl8pPr>
    <a:lvl9pPr marL="3657600" rtl="0" algn="l" defTabSz="914400">
      <a:defRPr kern="1200" dirty="0">
        <a:solidFill>
          <a:schemeClr val="tx1"/>
        </a:solidFill>
        <a:latin typeface="Arial"/>
        <a:ea typeface="+mn-ea"/>
        <a:cs typeface="Droid Sans Fallback"/>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40" d="100"/>
          <a:sy n="140" d="100"/>
        </p:scale>
        <p:origin x="4458" y="126"/>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presProps" Target="presProps.xml" /><Relationship Id="DeterministicId3" Type="http://schemas.openxmlformats.org/officeDocument/2006/relationships/slide" Target="slides/slide1.xml" /><Relationship Id="DeterministicId4" Type="http://schemas.openxmlformats.org/officeDocument/2006/relationships/slide" Target="slides/slide2.xml" /><Relationship Id="DeterministicId5" Type="http://schemas.openxmlformats.org/officeDocument/2006/relationships/slide" Target="slides/slide3.xml" /><Relationship Id="DeterministicId6" Type="http://schemas.openxmlformats.org/officeDocument/2006/relationships/slideMaster" Target="slideMasters/slideMaster1.xml" /><Relationship Id="DeterministicId7" Type="http://schemas.openxmlformats.org/officeDocument/2006/relationships/slideMaster" Target="slideMasters/slideMaster2.xml" /><Relationship Id="DeterministicId8" Type="http://schemas.openxmlformats.org/officeDocument/2006/relationships/tableStyles" Target="tableStyles.xml" /><Relationship Id="DeterministicId9" Type="http://schemas.openxmlformats.org/officeDocument/2006/relationships/theme" Target="theme/theme1.xml" /><Relationship Id="DeterministicId10" Type="http://schemas.openxmlformats.org/officeDocument/2006/relationships/viewProps" Target="viewProps.xml" /></Relationships>
</file>

<file path=ppt/notesMasters/_rels/notesMaster1.xml.rels>&#65279;<?xml version="1.0" encoding="utf-8" standalone="yes"?><Relationships xmlns="http://schemas.openxmlformats.org/package/2006/relationships"><Relationship Id="DeterministicId1" Type="http://schemas.openxmlformats.org/officeDocument/2006/relationships/theme" Target="/pp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3073" name="Rectangle 1"/>
          <p:cNvSpPr>
            <a:spLocks noGrp="1"/>
          </p:cNvSpPr>
          <p:nvPr>
            <p:ph type="sldImg"/>
          </p:nvPr>
        </p:nvSpPr>
        <p:spPr bwMode="auto">
          <a:xfrm>
            <a:off x="1484313" y="900113"/>
            <a:ext cx="4587875" cy="3440112"/>
          </a:xfrm>
          <a:prstGeom prst="rect">
            <a:avLst/>
          </a:prstGeom>
          <a:noFill/>
          <a:ln>
            <a:noFill/>
            <a:headEnd type="none"/>
            <a:tailEnd type="none"/>
          </a:ln>
          <a:effectLst/>
        </p:spPr>
        <p:txBody>
          <a:bodyPr wrap="square"/>
          <a:lstStyle/>
          <a:p/>
        </p:txBody>
      </p:sp>
      <p:sp>
        <p:nvSpPr>
          <p:cNvPr id="3074" name="Rectangle 2"/>
          <p:cNvSpPr>
            <a:spLocks noGrp="1"/>
          </p:cNvSpPr>
          <p:nvPr>
            <p:ph type="body"/>
          </p:nvPr>
        </p:nvSpPr>
        <p:spPr bwMode="auto">
          <a:xfrm>
            <a:off x="720725" y="4679950"/>
            <a:ext cx="6118225" cy="5038725"/>
          </a:xfrm>
          <a:prstGeom prst="rect">
            <a:avLst/>
          </a:prstGeom>
          <a:noFill/>
          <a:ln>
            <a:noFill/>
            <a:headEnd type="none"/>
            <a:tailEnd type="none"/>
          </a:ln>
          <a:effectLst/>
        </p:spPr>
        <p:txBody>
          <a:bodyPr numCol="1" lIns="0" tIns="0" rIns="0" bIns="0" anchor="t" wrap="square">
            <a:prstTxWarp prst="textNoShape">
              <a:avLst/>
            </a:prstTxWarp>
          </a:bodyPr>
          <a:lstStyle/>
          <a:p>
            <a:pPr/>
            <a:endParaRPr altLang="en-US" lang="en-US" dirty="0"/>
          </a:p>
        </p:txBody>
      </p:sp>
      <p:sp>
        <p:nvSpPr>
          <p:cNvPr id="3075" name="Rectangle 3"/>
          <p:cNvSpPr>
            <a:spLocks noGrp="1"/>
          </p:cNvSpPr>
          <p:nvPr>
            <p:ph type="hdr"/>
          </p:nvPr>
        </p:nvSpPr>
        <p:spPr bwMode="auto">
          <a:xfrm>
            <a:off x="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6" name="Rectangle 4"/>
          <p:cNvSpPr>
            <a:spLocks noGrp="1"/>
          </p:cNvSpPr>
          <p:nvPr>
            <p:ph type="dt"/>
          </p:nvPr>
        </p:nvSpPr>
        <p:spPr bwMode="auto">
          <a:xfrm>
            <a:off x="4279900" y="0"/>
            <a:ext cx="3278188" cy="533400"/>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7" name="Rectangle 5"/>
          <p:cNvSpPr>
            <a:spLocks noGrp="1"/>
          </p:cNvSpPr>
          <p:nvPr>
            <p:ph type="ftr"/>
          </p:nvPr>
        </p:nvSpPr>
        <p:spPr bwMode="auto">
          <a:xfrm>
            <a:off x="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endParaRPr altLang="en-US" lang="en-US" dirty="0"/>
          </a:p>
        </p:txBody>
      </p:sp>
      <p:sp>
        <p:nvSpPr>
          <p:cNvPr id="3078" name="Rectangle 6"/>
          <p:cNvSpPr>
            <a:spLocks noGrp="1"/>
          </p:cNvSpPr>
          <p:nvPr>
            <p:ph type="sldNum"/>
          </p:nvPr>
        </p:nvSpPr>
        <p:spPr bwMode="auto">
          <a:xfrm>
            <a:off x="4279900" y="10156825"/>
            <a:ext cx="3278188" cy="533400"/>
          </a:xfrm>
          <a:prstGeom prst="rect">
            <a:avLst/>
          </a:prstGeom>
          <a:noFill/>
          <a:ln>
            <a:noFill/>
            <a:headEnd type="none"/>
            <a:tailEnd type="none"/>
          </a:ln>
          <a:effectLst/>
        </p:spPr>
        <p:txBody>
          <a:bodyPr numCol="1" lIns="0" tIns="0" rIns="0" bIns="0" anchor="b" wrap="square">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dirty="0">
                <a:solidFill>
                  <a:srgbClr val="000000"/>
                </a:solidFill>
                <a:latin typeface="Times New Roman"/>
                <a:cs typeface="DejaVu Sans"/>
              </a:defRPr>
            </a:lvl1pPr>
          </a:lstStyle>
          <a:p>
            <a:pPr/>
            <a:fld id="{77D45E74-418F-4FE2-8238-23C006C818F5}"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notesStyle>
    <a:lvl1pPr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1pPr>
    <a:lvl2pPr marL="742950" indent="-28575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2pPr>
    <a:lvl3pPr marL="11430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3pPr>
    <a:lvl4pPr marL="16002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4pPr>
    <a:lvl5pPr marL="2057400" indent="-228600" rtl="0" algn="l" fontAlgn="base" defTabSz="457200">
      <a:spcBef>
        <a:spcPct val="30000"/>
      </a:spcBef>
      <a:spcAft>
        <a:spcPct val="0"/>
      </a:spcAft>
      <a:buClr>
        <a:srgbClr val="000000"/>
      </a:buClr>
      <a:buSzPct val="100000"/>
      <a:buFont typeface="Times New Roman"/>
      <a:defRPr sz="1200" kern="1200" dirty="0">
        <a:solidFill>
          <a:srgbClr val="000000"/>
        </a:solidFill>
        <a:latin typeface="Times New Roman"/>
        <a:ea typeface="+mn-ea"/>
        <a:cs typeface="+mn-cs"/>
      </a:defRPr>
    </a:lvl5pPr>
    <a:lvl6pPr marL="2286000" rtl="0" algn="l" defTabSz="914400">
      <a:defRPr sz="1200" kern="1200" dirty="0">
        <a:solidFill>
          <a:schemeClr val="dk1"/>
        </a:solidFill>
        <a:latin typeface="+mn-lt"/>
        <a:ea typeface="+mn-ea"/>
        <a:cs typeface="+mn-cs"/>
      </a:defRPr>
    </a:lvl6pPr>
    <a:lvl7pPr marL="2743200" rtl="0" algn="l" defTabSz="914400">
      <a:defRPr sz="1200" kern="1200" dirty="0">
        <a:solidFill>
          <a:schemeClr val="dk1"/>
        </a:solidFill>
        <a:latin typeface="+mn-lt"/>
        <a:ea typeface="+mn-ea"/>
        <a:cs typeface="+mn-cs"/>
      </a:defRPr>
    </a:lvl7pPr>
    <a:lvl8pPr marL="3200400" rtl="0" algn="l" defTabSz="914400">
      <a:defRPr sz="1200" kern="1200" dirty="0">
        <a:solidFill>
          <a:schemeClr val="dk1"/>
        </a:solidFill>
        <a:latin typeface="+mn-lt"/>
        <a:ea typeface="+mn-ea"/>
        <a:cs typeface="+mn-cs"/>
      </a:defRPr>
    </a:lvl8pPr>
    <a:lvl9pPr marL="3657600" rtl="0" algn="l" defTabSz="914400">
      <a:defRPr sz="1200" kern="1200" dirty="0">
        <a:solidFill>
          <a:schemeClr val="dk1"/>
        </a:solidFill>
        <a:latin typeface="+mn-lt"/>
        <a:ea typeface="+mn-ea"/>
        <a:cs typeface="+mn-cs"/>
      </a:defRPr>
    </a:lvl9pPr>
  </p:notesStyle>
</p:notesMaster>
</file>

<file path=ppt/notesSlides/_rels/notesSlide1.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1.xml" /></Relationships>
</file>

<file path=ppt/notesSlides/_rels/notesSlide2.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2.xml" /></Relationships>
</file>

<file path=ppt/notesSlides/_rels/notesSlide3.xml.rels>&#65279;<?xml version="1.0" encoding="utf-8" standalone="yes"?><Relationships xmlns="http://schemas.openxmlformats.org/package/2006/relationships"><Relationship Id="DeterministicId1" Type="http://schemas.openxmlformats.org/officeDocument/2006/relationships/notesMaster" Target="../notesMasters/notesMaster1.xml" /><Relationship Id="Deterministic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ED209DE0-E5C1-44D8-9BF0-9DA0706D5D5A}" type="slidenum">
              <a:rPr altLang="en-US" lang="en-US" dirty="0"/>
              <a:t>1</a:t>
            </a:fld>
            <a:endParaRPr altLang="en-US" lang="en-US" dirty="0"/>
          </a:p>
        </p:txBody>
      </p:sp>
      <p:sp>
        <p:nvSpPr>
          <p:cNvPr id="7169"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7170"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D3180D40-A7F3-46EA-9D95-08FD84A953D8}" type="slidenum">
              <a:rPr altLang="en-US" lang="en-US" dirty="0"/>
              <a:t>2</a:t>
            </a:fld>
            <a:endParaRPr altLang="en-US" lang="en-US" dirty="0"/>
          </a:p>
        </p:txBody>
      </p:sp>
      <p:sp>
        <p:nvSpPr>
          <p:cNvPr id="8193"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8194"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 name="Rectangle 6"/>
          <p:cNvSpPr>
            <a:spLocks noGrp="1"/>
          </p:cNvSpPr>
          <p:nvPr>
            <p:ph type="sldNum"/>
          </p:nvPr>
        </p:nvSpPr>
        <p:spPr>
          <a:ln>
            <a:headEnd type="none"/>
            <a:tailEnd type="none"/>
          </a:ln>
        </p:spPr>
        <p:txBody>
          <a:bodyPr wrap="square"/>
          <a:lstStyle/>
          <a:p>
            <a:pPr/>
            <a:fld id="{7C25B1CD-B6D6-4478-8D13-63254DE94956}" type="slidenum">
              <a:rPr altLang="en-US" lang="en-US" dirty="0"/>
              <a:t>3</a:t>
            </a:fld>
            <a:endParaRPr altLang="en-US" lang="en-US" dirty="0"/>
          </a:p>
        </p:txBody>
      </p:sp>
      <p:sp>
        <p:nvSpPr>
          <p:cNvPr id="9217" name="Rectangle 1"/>
          <p:cNvSpPr>
            <a:spLocks noGrp="1"/>
          </p:cNvSpPr>
          <p:nvPr>
            <p:ph type="sldImg"/>
          </p:nvPr>
        </p:nvSpPr>
        <p:spPr bwMode="auto">
          <a:xfrm>
            <a:off x="1484313" y="900113"/>
            <a:ext cx="4589462" cy="3441700"/>
          </a:xfrm>
          <a:prstGeom prst="rect">
            <a:avLst/>
          </a:prstGeom>
          <a:solidFill>
            <a:srgbClr val="FFFFFF"/>
          </a:solidFill>
          <a:ln>
            <a:solidFill>
              <a:srgbClr val="000000"/>
            </a:solidFill>
            <a:miter/>
            <a:headEnd type="none"/>
            <a:tailEnd type="none"/>
          </a:ln>
        </p:spPr>
        <p:txBody>
          <a:bodyPr wrap="square"/>
          <a:lstStyle/>
          <a:p/>
        </p:txBody>
      </p:sp>
      <p:sp>
        <p:nvSpPr>
          <p:cNvPr id="9218" name="Rectangle 2"/>
          <p:cNvSpPr>
            <a:spLocks noGrp="1"/>
          </p:cNvSpPr>
          <p:nvPr>
            <p:ph type="body" idx="1"/>
          </p:nvPr>
        </p:nvSpPr>
        <p:spPr bwMode="auto">
          <a:xfrm>
            <a:off x="720725" y="4679950"/>
            <a:ext cx="6119813" cy="5040313"/>
          </a:xfrm>
          <a:prstGeom prst="rect">
            <a:avLst/>
          </a:prstGeom>
          <a:noFill/>
          <a:ln>
            <a:headEnd type="none"/>
            <a:tailEnd type="none"/>
          </a:ln>
        </p:spPr>
        <p:txBody>
          <a:bodyPr anchor="ctr" wrap="none"/>
          <a:lstStyle/>
          <a:p>
            <a:pPr/>
            <a:endParaRPr altLang="en-US" lang="en-US" dirty="0"/>
          </a:p>
        </p:txBody>
      </p:sp>
    </p:spTree>
  </p:cSld>
  <p:clrMapOvr>
    <a:masterClrMapping/>
  </p:clrMapOvr>
</p:notes>
</file>

<file path=ppt/slideLayouts/_rels/slideLayout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DeterministicId1"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8.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19.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0.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1.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2.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_rels/slideLayout23.xml.rels>&#65279;<?xml version="1.0" encoding="utf-8" standalone="yes"?><Relationships xmlns="http://schemas.openxmlformats.org/package/2006/relationships"><Relationship Id="Deterministic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3DEA7D2A-4504-413F-BFD8-59CEE923DA6D}" type="slidenum">
              <a:rPr altLang="en-US" lang="en-US" dirty="0"/>
              <a:t>‹#›</a:t>
            </a:fld>
            <a:endParaRPr altLang="en-US"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F1E9BB08-6AAD-4D84-BBA5-270EB43AF3FD}" type="slidenum">
              <a:rPr altLang="en-US" lang="en-US" dirty="0"/>
              <a:t>‹#›</a:t>
            </a:fld>
            <a:endParaRPr altLang="en-US"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2D0DE394-EFC4-4853-A286-0B0E7458D2A1}" type="slidenum">
              <a:rPr altLang="en-US" lang="en-US" dirty="0"/>
              <a:t>‹#›</a:t>
            </a:fld>
            <a:endParaRPr altLang="en-US"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768475"/>
            <a:ext cx="4457700"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3338" y="176847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51B427F-D222-446F-8359-C1E9E77F8E4D}" type="slidenum">
              <a:rPr altLang="en-US" lang="en-US" dirty="0"/>
              <a:t>‹#›</a:t>
            </a:fld>
            <a:endParaRPr altLang="en-US"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3565C0A3-F648-422C-8E80-24D0C51AA28F}" type="slidenum">
              <a:rPr altLang="en-US" lang="en-US" dirty="0"/>
              <a:t>‹#›</a:t>
            </a:fld>
            <a:endParaRPr altLang="en-US"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A34AAF13-2538-4197-9A74-84D4481440DB}" type="slidenum">
              <a:rPr altLang="en-US" lang="en-US" dirty="0"/>
              <a:t>‹#›</a:t>
            </a:fld>
            <a:endParaRPr altLang="en-US"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66DF68A2-2AA1-4469-BD06-8546AA61ABC1}" type="slidenum">
              <a:rPr altLang="en-US" lang="en-US" dirty="0"/>
              <a:t>‹#›</a:t>
            </a:fld>
            <a:endParaRPr altLang="en-US"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4C27293-2F22-4378-98B1-6A19C8FB085D}" type="slidenum">
              <a:rPr altLang="en-US" lang="en-US" dirty="0"/>
              <a:t>‹#›</a:t>
            </a:fld>
            <a:endParaRPr altLang="en-US"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2AA9B043-0E6A-402B-9E15-6AD8041BB753}" type="slidenum">
              <a:rPr altLang="en-US" lang="en-US" dirty="0"/>
              <a:t>‹#›</a:t>
            </a:fld>
            <a:endParaRPr altLang="en-US"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217C83D5-73AA-4F31-BF24-8AFEC62F5A85}" type="slidenum">
              <a:rPr altLang="en-US" lang="en-US" dirty="0"/>
              <a:t>‹#›</a:t>
            </a:fld>
            <a:endParaRPr altLang="en-US"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5675" y="301625"/>
            <a:ext cx="2266950" cy="5849938"/>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301625"/>
            <a:ext cx="6650037" cy="5849938"/>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6F50A054-06FE-432B-9E96-162FDB29952A}" type="slidenum">
              <a:rPr altLang="en-US" lang="en-US" dirty="0"/>
              <a:t>‹#›</a:t>
            </a:fld>
            <a:endParaRPr altLang="en-US"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0475" y="1236663"/>
            <a:ext cx="7559675" cy="2632075"/>
          </a:xfrm>
          <a:ln>
            <a:headEnd type="none"/>
            <a:tailEnd type="none"/>
          </a:ln>
        </p:spPr>
        <p:txBody>
          <a:bodyPr anchor="b" wrap="square"/>
          <a:lstStyle>
            <a:lvl1pPr algn="ctr">
              <a:defRPr sz="6000" dirty="0"/>
            </a:lvl1pPr>
          </a:lstStyle>
          <a:p>
            <a:pPr/>
            <a:r>
              <a:rPr lang="en-US" dirty="0"/>
              <a:t>Click to edit Master title style</a:t>
            </a:r>
            <a:endParaRPr lang="en-AU" dirty="0"/>
          </a:p>
        </p:txBody>
      </p:sp>
      <p:sp>
        <p:nvSpPr>
          <p:cNvPr id="3" name="Subtitle 2"/>
          <p:cNvSpPr>
            <a:spLocks noGrp="1"/>
          </p:cNvSpPr>
          <p:nvPr>
            <p:ph type="subTitle" idx="1"/>
          </p:nvPr>
        </p:nvSpPr>
        <p:spPr>
          <a:xfrm>
            <a:off x="1260475" y="3970338"/>
            <a:ext cx="7559675" cy="1825625"/>
          </a:xfrm>
          <a:ln>
            <a:headEnd type="none"/>
            <a:tailEnd type="none"/>
          </a:ln>
        </p:spPr>
        <p:txBody>
          <a:bodyPr wrap="square"/>
          <a:lstStyle>
            <a:lvl1pPr marL="0" indent="0" algn="ctr">
              <a:buNone/>
              <a:defRPr sz="2400" dirty="0"/>
            </a:lvl1pPr>
            <a:lvl2pPr marL="457200" indent="0" algn="ctr">
              <a:buNone/>
              <a:defRPr sz="2000" dirty="0"/>
            </a:lvl2pPr>
            <a:lvl3pPr marL="914400" indent="0" algn="ctr">
              <a:buNone/>
              <a:defRPr sz="1800" dirty="0"/>
            </a:lvl3pPr>
            <a:lvl4pPr marL="1371600" indent="0" algn="ctr">
              <a:buNone/>
              <a:defRPr sz="1600" dirty="0"/>
            </a:lvl4pPr>
            <a:lvl5pPr marL="1828800" indent="0" algn="ctr">
              <a:buNone/>
              <a:defRPr sz="1600" dirty="0"/>
            </a:lvl5pPr>
            <a:lvl6pPr marL="2286000" indent="0" algn="ctr">
              <a:buNone/>
              <a:defRPr sz="1600" dirty="0"/>
            </a:lvl6pPr>
            <a:lvl7pPr marL="2743200" indent="0" algn="ctr">
              <a:buNone/>
              <a:defRPr sz="1600" dirty="0"/>
            </a:lvl7pPr>
            <a:lvl8pPr marL="3200400" indent="0" algn="ctr">
              <a:buNone/>
              <a:defRPr sz="1600" dirty="0"/>
            </a:lvl8pPr>
            <a:lvl9pPr marL="3657600" indent="0" algn="ctr">
              <a:buNone/>
              <a:defRPr sz="1600" dirty="0"/>
            </a:lvl9pPr>
          </a:lstStyle>
          <a:p>
            <a:pPr/>
            <a:r>
              <a:rPr lang="en-US" dirty="0"/>
              <a:t>Click to edit Master subtitle style</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96FE76DF-DCFA-4D62-8523-79356EAEAD28}" type="slidenum">
              <a:rPr altLang="en-US" lang="en-US" dirty="0"/>
              <a:t>‹#›</a:t>
            </a:fld>
            <a:endParaRPr altLang="en-US"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idx="1"/>
          </p:nvPr>
        </p:nvSpPr>
        <p:spPr>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80258B11-B43E-4E8C-9763-5FBF250EFDBF}" type="slidenum">
              <a:rPr altLang="en-US" lang="en-US" dirty="0"/>
              <a:t>‹#›</a:t>
            </a:fld>
            <a:endParaRPr altLang="en-US"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7388" y="1884363"/>
            <a:ext cx="8694737" cy="3144837"/>
          </a:xfrm>
          <a:ln>
            <a:headEnd type="none"/>
            <a:tailEnd type="none"/>
          </a:ln>
        </p:spPr>
        <p:txBody>
          <a:bodyPr anchor="b" wrap="square"/>
          <a:lstStyle>
            <a:lvl1pPr>
              <a:defRPr sz="6000" dirty="0"/>
            </a:lvl1pPr>
          </a:lstStyle>
          <a:p>
            <a:pPr/>
            <a:r>
              <a:rPr lang="en-US" dirty="0"/>
              <a:t>Click to edit Master title style</a:t>
            </a:r>
            <a:endParaRPr lang="en-AU" dirty="0"/>
          </a:p>
        </p:txBody>
      </p:sp>
      <p:sp>
        <p:nvSpPr>
          <p:cNvPr id="3" name="Text Placeholder 2"/>
          <p:cNvSpPr>
            <a:spLocks noGrp="1"/>
          </p:cNvSpPr>
          <p:nvPr>
            <p:ph type="body" idx="1"/>
          </p:nvPr>
        </p:nvSpPr>
        <p:spPr>
          <a:xfrm>
            <a:off x="687388" y="5059363"/>
            <a:ext cx="8694737" cy="1652587"/>
          </a:xfrm>
          <a:ln>
            <a:headEnd type="none"/>
            <a:tailEnd type="none"/>
          </a:ln>
        </p:spPr>
        <p:txBody>
          <a:bodyPr wrap="square"/>
          <a:lstStyle>
            <a:lvl1pPr marL="0" indent="0">
              <a:buNone/>
              <a:defRPr sz="2400" dirty="0"/>
            </a:lvl1pPr>
            <a:lvl2pPr marL="457200" indent="0">
              <a:buNone/>
              <a:defRPr sz="2000" dirty="0"/>
            </a:lvl2pPr>
            <a:lvl3pPr marL="914400" indent="0">
              <a:buNone/>
              <a:defRPr sz="1800" dirty="0"/>
            </a:lvl3pPr>
            <a:lvl4pPr marL="1371600" indent="0">
              <a:buNone/>
              <a:defRPr sz="1600" dirty="0"/>
            </a:lvl4pPr>
            <a:lvl5pPr marL="1828800" indent="0">
              <a:buNone/>
              <a:defRPr sz="1600" dirty="0"/>
            </a:lvl5pPr>
            <a:lvl6pPr marL="2286000" indent="0">
              <a:buNone/>
              <a:defRPr sz="1600" dirty="0"/>
            </a:lvl6pPr>
            <a:lvl7pPr marL="2743200" indent="0">
              <a:buNone/>
              <a:defRPr sz="1600" dirty="0"/>
            </a:lvl7pPr>
            <a:lvl8pPr marL="3200400" indent="0">
              <a:buNone/>
              <a:defRPr sz="1600" dirty="0"/>
            </a:lvl8pPr>
            <a:lvl9pPr marL="3657600" indent="0">
              <a:buNone/>
              <a:defRPr sz="1600" dirty="0"/>
            </a:lvl9pPr>
          </a:lstStyle>
          <a:p>
            <a:pPr/>
            <a:r>
              <a:rPr lang="en-US" dirty="0"/>
              <a:t>Click to edit Master text styles</a:t>
            </a:r>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1780664F-CF03-49C8-97A7-ED1C403327FB}" type="slidenum">
              <a:rPr altLang="en-US" lang="en-US" dirty="0"/>
              <a:t>‹#›</a:t>
            </a:fld>
            <a:endParaRPr altLang="en-US"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Content Placeholder 2"/>
          <p:cNvSpPr>
            <a:spLocks noGrp="1"/>
          </p:cNvSpPr>
          <p:nvPr>
            <p:ph sz="half" idx="1"/>
          </p:nvPr>
        </p:nvSpPr>
        <p:spPr>
          <a:xfrm>
            <a:off x="503238" y="1800225"/>
            <a:ext cx="4459287"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5114925" y="1800225"/>
            <a:ext cx="4459288" cy="4383088"/>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5B5E922C-190A-4095-A6E2-E8B33F0CCB23}" type="slidenum">
              <a:rPr altLang="en-US" lang="en-US" dirty="0"/>
              <a:t>‹#›</a:t>
            </a:fld>
            <a:endParaRPr altLang="en-US"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3738" y="403225"/>
            <a:ext cx="8694737" cy="1460500"/>
          </a:xfrm>
          <a:ln>
            <a:headEnd type="none"/>
            <a:tailEnd type="none"/>
          </a:ln>
        </p:spPr>
        <p:txBody>
          <a:bodyPr wrap="square"/>
          <a:lstStyle/>
          <a:p>
            <a:pPr/>
            <a:r>
              <a:rPr lang="en-US" dirty="0"/>
              <a:t>Click to edit Master title style</a:t>
            </a:r>
            <a:endParaRPr lang="en-AU" dirty="0"/>
          </a:p>
        </p:txBody>
      </p:sp>
      <p:sp>
        <p:nvSpPr>
          <p:cNvPr id="3" name="Text Placeholder 2"/>
          <p:cNvSpPr>
            <a:spLocks noGrp="1"/>
          </p:cNvSpPr>
          <p:nvPr>
            <p:ph type="body" idx="1"/>
          </p:nvPr>
        </p:nvSpPr>
        <p:spPr>
          <a:xfrm>
            <a:off x="693738" y="1852613"/>
            <a:ext cx="426561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4" name="Content Placeholder 3"/>
          <p:cNvSpPr>
            <a:spLocks noGrp="1"/>
          </p:cNvSpPr>
          <p:nvPr>
            <p:ph sz="half" idx="2"/>
          </p:nvPr>
        </p:nvSpPr>
        <p:spPr>
          <a:xfrm>
            <a:off x="693738" y="2760663"/>
            <a:ext cx="426561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5" name="Text Placeholder 4"/>
          <p:cNvSpPr>
            <a:spLocks noGrp="1"/>
          </p:cNvSpPr>
          <p:nvPr>
            <p:ph type="body" sz="quarter" idx="3"/>
          </p:nvPr>
        </p:nvSpPr>
        <p:spPr>
          <a:xfrm>
            <a:off x="5103813" y="1852613"/>
            <a:ext cx="4284662" cy="908050"/>
          </a:xfrm>
          <a:ln>
            <a:headEnd type="none"/>
            <a:tailEnd type="none"/>
          </a:ln>
        </p:spPr>
        <p:txBody>
          <a:bodyPr anchor="b" wrap="square"/>
          <a:lstStyle>
            <a:lvl1pPr marL="0" indent="0">
              <a:buNone/>
              <a:defRPr sz="2400" b="1" dirty="0"/>
            </a:lvl1pPr>
            <a:lvl2pPr marL="457200" indent="0">
              <a:buNone/>
              <a:defRPr sz="2000" b="1" dirty="0"/>
            </a:lvl2pPr>
            <a:lvl3pPr marL="914400" indent="0">
              <a:buNone/>
              <a:defRPr sz="1800" b="1" dirty="0"/>
            </a:lvl3pPr>
            <a:lvl4pPr marL="1371600" indent="0">
              <a:buNone/>
              <a:defRPr sz="1600" b="1" dirty="0"/>
            </a:lvl4pPr>
            <a:lvl5pPr marL="1828800" indent="0">
              <a:buNone/>
              <a:defRPr sz="1600" b="1" dirty="0"/>
            </a:lvl5pPr>
            <a:lvl6pPr marL="2286000" indent="0">
              <a:buNone/>
              <a:defRPr sz="1600" b="1" dirty="0"/>
            </a:lvl6pPr>
            <a:lvl7pPr marL="2743200" indent="0">
              <a:buNone/>
              <a:defRPr sz="1600" b="1" dirty="0"/>
            </a:lvl7pPr>
            <a:lvl8pPr marL="3200400" indent="0">
              <a:buNone/>
              <a:defRPr sz="1600" b="1" dirty="0"/>
            </a:lvl8pPr>
            <a:lvl9pPr marL="3657600" indent="0">
              <a:buNone/>
              <a:defRPr sz="1600" b="1" dirty="0"/>
            </a:lvl9pPr>
          </a:lstStyle>
          <a:p>
            <a:pPr/>
            <a:r>
              <a:rPr lang="en-US" dirty="0"/>
              <a:t>Click to edit Master text styles</a:t>
            </a:r>
          </a:p>
        </p:txBody>
      </p:sp>
      <p:sp>
        <p:nvSpPr>
          <p:cNvPr id="6" name="Content Placeholder 5"/>
          <p:cNvSpPr>
            <a:spLocks noGrp="1"/>
          </p:cNvSpPr>
          <p:nvPr>
            <p:ph sz="quarter" idx="4"/>
          </p:nvPr>
        </p:nvSpPr>
        <p:spPr>
          <a:xfrm>
            <a:off x="5103813" y="2760663"/>
            <a:ext cx="4284662" cy="4062412"/>
          </a:xfrm>
          <a:ln>
            <a:headEnd type="none"/>
            <a:tailEnd type="none"/>
          </a:ln>
        </p:spPr>
        <p:txBody>
          <a:bodyPr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idx="10"/>
          </p:nvPr>
        </p:nvSpPr>
        <p:spPr>
          <a:ln>
            <a:headEnd type="none"/>
            <a:tailEnd type="none"/>
          </a:ln>
        </p:spPr>
        <p:txBody>
          <a:bodyPr wrap="square"/>
          <a:lstStyle>
            <a:lvl1pPr/>
          </a:lstStyle>
          <a:p>
            <a:pPr/>
            <a:endParaRPr altLang="en-US" lang="en-US" dirty="0"/>
          </a:p>
        </p:txBody>
      </p:sp>
      <p:sp>
        <p:nvSpPr>
          <p:cNvPr id="8" name="Footer Placeholder 7"/>
          <p:cNvSpPr>
            <a:spLocks noGrp="1"/>
          </p:cNvSpPr>
          <p:nvPr>
            <p:ph type="ftr" idx="11"/>
          </p:nvPr>
        </p:nvSpPr>
        <p:spPr>
          <a:ln>
            <a:headEnd type="none"/>
            <a:tailEnd type="none"/>
          </a:ln>
        </p:spPr>
        <p:txBody>
          <a:bodyPr wrap="square"/>
          <a:lstStyle>
            <a:lvl1pPr/>
          </a:lstStyle>
          <a:p>
            <a:pPr/>
            <a:endParaRPr altLang="en-US" lang="en-US" dirty="0"/>
          </a:p>
        </p:txBody>
      </p:sp>
      <p:sp>
        <p:nvSpPr>
          <p:cNvPr id="9" name="Slide Number Placeholder 8"/>
          <p:cNvSpPr>
            <a:spLocks noGrp="1"/>
          </p:cNvSpPr>
          <p:nvPr>
            <p:ph type="sldNum" idx="12"/>
          </p:nvPr>
        </p:nvSpPr>
        <p:spPr>
          <a:ln>
            <a:headEnd type="none"/>
            <a:tailEnd type="none"/>
          </a:ln>
        </p:spPr>
        <p:txBody>
          <a:bodyPr wrap="square"/>
          <a:lstStyle>
            <a:lvl1pPr/>
          </a:lstStyle>
          <a:p>
            <a:pPr/>
            <a:fld id="{31186DF0-70D4-4B94-957B-28E207C42208}" type="slidenum">
              <a:rPr altLang="en-US" lang="en-US" dirty="0"/>
              <a:t>‹#›</a:t>
            </a:fld>
            <a:endParaRPr altLang="en-US"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ln>
            <a:headEnd type="none"/>
            <a:tailEnd type="none"/>
          </a:ln>
        </p:spPr>
        <p:txBody>
          <a:bodyPr wrap="square"/>
          <a:lstStyle>
            <a:lvl1pPr/>
          </a:lstStyle>
          <a:p>
            <a:pPr/>
            <a:fld id="{6F5449CA-9FAC-49CF-BA0C-F12547F49C90}" type="slidenum">
              <a:rPr altLang="en-US" lang="en-US" dirty="0"/>
              <a:t>‹#›</a:t>
            </a:fld>
            <a:endParaRPr altLang="en-US"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idx="10"/>
          </p:nvPr>
        </p:nvSpPr>
        <p:spPr>
          <a:ln>
            <a:headEnd type="none"/>
            <a:tailEnd type="none"/>
          </a:ln>
        </p:spPr>
        <p:txBody>
          <a:bodyPr wrap="square"/>
          <a:lstStyle>
            <a:lvl1pPr/>
          </a:lstStyle>
          <a:p>
            <a:pPr/>
            <a:endParaRPr altLang="en-US" lang="en-US" dirty="0"/>
          </a:p>
        </p:txBody>
      </p:sp>
      <p:sp>
        <p:nvSpPr>
          <p:cNvPr id="3" name="Footer Placeholder 2"/>
          <p:cNvSpPr>
            <a:spLocks noGrp="1"/>
          </p:cNvSpPr>
          <p:nvPr>
            <p:ph type="ftr" idx="11"/>
          </p:nvPr>
        </p:nvSpPr>
        <p:spPr>
          <a:ln>
            <a:headEnd type="none"/>
            <a:tailEnd type="none"/>
          </a:ln>
        </p:spPr>
        <p:txBody>
          <a:bodyPr wrap="square"/>
          <a:lstStyle>
            <a:lvl1pPr/>
          </a:lstStyle>
          <a:p>
            <a:pPr/>
            <a:endParaRPr altLang="en-US" lang="en-US" dirty="0"/>
          </a:p>
        </p:txBody>
      </p:sp>
      <p:sp>
        <p:nvSpPr>
          <p:cNvPr id="4" name="Slide Number Placeholder 3"/>
          <p:cNvSpPr>
            <a:spLocks noGrp="1"/>
          </p:cNvSpPr>
          <p:nvPr>
            <p:ph type="sldNum" idx="12"/>
          </p:nvPr>
        </p:nvSpPr>
        <p:spPr>
          <a:ln>
            <a:headEnd type="none"/>
            <a:tailEnd type="none"/>
          </a:ln>
        </p:spPr>
        <p:txBody>
          <a:bodyPr wrap="square"/>
          <a:lstStyle>
            <a:lvl1pPr/>
          </a:lstStyle>
          <a:p>
            <a:pPr/>
            <a:fld id="{7E5981D2-AC2E-4B05-B988-1E5A5DCD2D82}" type="slidenum">
              <a:rPr altLang="en-US" lang="en-US" dirty="0"/>
              <a:t>‹#›</a:t>
            </a:fld>
            <a:endParaRPr altLang="en-US"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Content Placeholder 2"/>
          <p:cNvSpPr>
            <a:spLocks noGrp="1"/>
          </p:cNvSpPr>
          <p:nvPr>
            <p:ph idx="1"/>
          </p:nvPr>
        </p:nvSpPr>
        <p:spPr>
          <a:xfrm>
            <a:off x="4286250" y="1089025"/>
            <a:ext cx="5102225" cy="5372100"/>
          </a:xfrm>
          <a:ln>
            <a:headEnd type="none"/>
            <a:tailEnd type="none"/>
          </a:ln>
        </p:spPr>
        <p:txBody>
          <a:bodyPr wrap="square"/>
          <a:lstStyle>
            <a:lvl1pPr>
              <a:defRPr sz="3200" dirty="0"/>
            </a:lvl1pPr>
            <a:lvl2pPr>
              <a:defRPr sz="2800" dirty="0"/>
            </a:lvl2pPr>
            <a:lvl3pPr>
              <a:defRPr sz="2400" dirty="0"/>
            </a:lvl3pPr>
            <a:lvl4pPr>
              <a:defRPr sz="2000" dirty="0"/>
            </a:lvl4pPr>
            <a:lvl5pPr>
              <a:defRPr sz="2000" dirty="0"/>
            </a:lvl5pPr>
            <a:lvl6pPr>
              <a:defRPr sz="2000" dirty="0"/>
            </a:lvl6pPr>
            <a:lvl7pPr>
              <a:defRPr sz="2000" dirty="0"/>
            </a:lvl7pPr>
            <a:lvl8pPr>
              <a:defRPr sz="2000" dirty="0"/>
            </a:lvl8pPr>
            <a:lvl9pPr>
              <a:defRPr sz="2000" dirty="0"/>
            </a:lvl9pPr>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C5EB3EC-804F-470F-9762-7AACFD4950D7}" type="slidenum">
              <a:rPr altLang="en-US" lang="en-US" dirty="0"/>
              <a:t>‹#›</a:t>
            </a:fld>
            <a:endParaRPr altLang="en-US"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738" y="503238"/>
            <a:ext cx="3251200" cy="1765300"/>
          </a:xfrm>
          <a:ln>
            <a:headEnd type="none"/>
            <a:tailEnd type="none"/>
          </a:ln>
        </p:spPr>
        <p:txBody>
          <a:bodyPr anchor="b" wrap="square"/>
          <a:lstStyle>
            <a:lvl1pPr>
              <a:defRPr sz="3200" dirty="0"/>
            </a:lvl1pPr>
          </a:lstStyle>
          <a:p>
            <a:pPr/>
            <a:r>
              <a:rPr lang="en-US" dirty="0"/>
              <a:t>Click to edit Master title style</a:t>
            </a:r>
            <a:endParaRPr lang="en-AU" dirty="0"/>
          </a:p>
        </p:txBody>
      </p:sp>
      <p:sp>
        <p:nvSpPr>
          <p:cNvPr id="3" name="Picture Placeholder 2"/>
          <p:cNvSpPr>
            <a:spLocks noGrp="1"/>
          </p:cNvSpPr>
          <p:nvPr>
            <p:ph type="pic" idx="1"/>
          </p:nvPr>
        </p:nvSpPr>
        <p:spPr>
          <a:xfrm>
            <a:off x="4286250" y="1089025"/>
            <a:ext cx="5102225" cy="5372100"/>
          </a:xfrm>
          <a:ln>
            <a:headEnd type="none"/>
            <a:tailEnd type="none"/>
          </a:ln>
        </p:spPr>
        <p:txBody>
          <a:bodyPr wrap="square"/>
          <a:lstStyle>
            <a:lvl1pPr marL="0" indent="0">
              <a:buNone/>
              <a:defRPr sz="3200" dirty="0"/>
            </a:lvl1pPr>
            <a:lvl2pPr marL="457200" indent="0">
              <a:buNone/>
              <a:defRPr sz="2800" dirty="0"/>
            </a:lvl2pPr>
            <a:lvl3pPr marL="914400" indent="0">
              <a:buNone/>
              <a:defRPr sz="2400" dirty="0"/>
            </a:lvl3pPr>
            <a:lvl4pPr marL="1371600" indent="0">
              <a:buNone/>
              <a:defRPr sz="2000" dirty="0"/>
            </a:lvl4pPr>
            <a:lvl5pPr marL="1828800" indent="0">
              <a:buNone/>
              <a:defRPr sz="2000" dirty="0"/>
            </a:lvl5pPr>
            <a:lvl6pPr marL="2286000" indent="0">
              <a:buNone/>
              <a:defRPr sz="2000" dirty="0"/>
            </a:lvl6pPr>
            <a:lvl7pPr marL="2743200" indent="0">
              <a:buNone/>
              <a:defRPr sz="2000" dirty="0"/>
            </a:lvl7pPr>
            <a:lvl8pPr marL="3200400" indent="0">
              <a:buNone/>
              <a:defRPr sz="2000" dirty="0"/>
            </a:lvl8pPr>
            <a:lvl9pPr marL="3657600" indent="0">
              <a:buNone/>
              <a:defRPr sz="2000" dirty="0"/>
            </a:lvl9pPr>
          </a:lstStyle>
          <a:p>
            <a:pPr/>
            <a:endParaRPr lang="en-AU" dirty="0"/>
          </a:p>
        </p:txBody>
      </p:sp>
      <p:sp>
        <p:nvSpPr>
          <p:cNvPr id="4" name="Text Placeholder 3"/>
          <p:cNvSpPr>
            <a:spLocks noGrp="1"/>
          </p:cNvSpPr>
          <p:nvPr>
            <p:ph type="body" sz="half" idx="2"/>
          </p:nvPr>
        </p:nvSpPr>
        <p:spPr>
          <a:xfrm>
            <a:off x="693738" y="2268538"/>
            <a:ext cx="3251200" cy="4200525"/>
          </a:xfrm>
          <a:ln>
            <a:headEnd type="none"/>
            <a:tailEnd type="none"/>
          </a:ln>
        </p:spPr>
        <p:txBody>
          <a:bodyPr wrap="square"/>
          <a:lstStyle>
            <a:lvl1pPr marL="0" indent="0">
              <a:buNone/>
              <a:defRPr sz="1600" dirty="0"/>
            </a:lvl1pPr>
            <a:lvl2pPr marL="457200" indent="0">
              <a:buNone/>
              <a:defRPr sz="1400" dirty="0"/>
            </a:lvl2pPr>
            <a:lvl3pPr marL="914400" indent="0">
              <a:buNone/>
              <a:defRPr sz="1200" dirty="0"/>
            </a:lvl3pPr>
            <a:lvl4pPr marL="1371600" indent="0">
              <a:buNone/>
              <a:defRPr sz="1000" dirty="0"/>
            </a:lvl4pPr>
            <a:lvl5pPr marL="1828800" indent="0">
              <a:buNone/>
              <a:defRPr sz="1000" dirty="0"/>
            </a:lvl5pPr>
            <a:lvl6pPr marL="2286000" indent="0">
              <a:buNone/>
              <a:defRPr sz="1000" dirty="0"/>
            </a:lvl6pPr>
            <a:lvl7pPr marL="2743200" indent="0">
              <a:buNone/>
              <a:defRPr sz="1000" dirty="0"/>
            </a:lvl7pPr>
            <a:lvl8pPr marL="3200400" indent="0">
              <a:buNone/>
              <a:defRPr sz="1000" dirty="0"/>
            </a:lvl8pPr>
            <a:lvl9pPr marL="3657600" indent="0">
              <a:buNone/>
              <a:defRPr sz="1000" dirty="0"/>
            </a:lvl9pPr>
          </a:lstStyle>
          <a:p>
            <a:pPr/>
            <a:r>
              <a:rPr lang="en-US" dirty="0"/>
              <a:t>Click to edit Master text styles</a:t>
            </a:r>
          </a:p>
        </p:txBody>
      </p:sp>
      <p:sp>
        <p:nvSpPr>
          <p:cNvPr id="5" name="Date Placeholder 4"/>
          <p:cNvSpPr>
            <a:spLocks noGrp="1"/>
          </p:cNvSpPr>
          <p:nvPr>
            <p:ph type="dt" idx="10"/>
          </p:nvPr>
        </p:nvSpPr>
        <p:spPr>
          <a:ln>
            <a:headEnd type="none"/>
            <a:tailEnd type="none"/>
          </a:ln>
        </p:spPr>
        <p:txBody>
          <a:bodyPr wrap="square"/>
          <a:lstStyle>
            <a:lvl1pPr/>
          </a:lstStyle>
          <a:p>
            <a:pPr/>
            <a:endParaRPr altLang="en-US" lang="en-US" dirty="0"/>
          </a:p>
        </p:txBody>
      </p:sp>
      <p:sp>
        <p:nvSpPr>
          <p:cNvPr id="6" name="Footer Placeholder 5"/>
          <p:cNvSpPr>
            <a:spLocks noGrp="1"/>
          </p:cNvSpPr>
          <p:nvPr>
            <p:ph type="ftr" idx="11"/>
          </p:nvPr>
        </p:nvSpPr>
        <p:spPr>
          <a:ln>
            <a:headEnd type="none"/>
            <a:tailEnd type="none"/>
          </a:ln>
        </p:spPr>
        <p:txBody>
          <a:bodyPr wrap="square"/>
          <a:lstStyle>
            <a:lvl1pPr/>
          </a:lstStyle>
          <a:p>
            <a:pPr/>
            <a:endParaRPr altLang="en-US" lang="en-US" dirty="0"/>
          </a:p>
        </p:txBody>
      </p:sp>
      <p:sp>
        <p:nvSpPr>
          <p:cNvPr id="7" name="Slide Number Placeholder 6"/>
          <p:cNvSpPr>
            <a:spLocks noGrp="1"/>
          </p:cNvSpPr>
          <p:nvPr>
            <p:ph type="sldNum" idx="12"/>
          </p:nvPr>
        </p:nvSpPr>
        <p:spPr>
          <a:ln>
            <a:headEnd type="none"/>
            <a:tailEnd type="none"/>
          </a:ln>
        </p:spPr>
        <p:txBody>
          <a:bodyPr wrap="square"/>
          <a:lstStyle>
            <a:lvl1pPr/>
          </a:lstStyle>
          <a:p>
            <a:pPr/>
            <a:fld id="{E3C08AC0-DBB3-4721-A386-B66CE9AE6D55}" type="slidenum">
              <a:rPr altLang="en-US" lang="en-US" dirty="0"/>
              <a:t>‹#›</a:t>
            </a:fld>
            <a:endParaRPr altLang="en-US"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ln>
            <a:headEnd type="none"/>
            <a:tailEnd type="none"/>
          </a:ln>
        </p:spPr>
        <p:txBody>
          <a:bodyPr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559532C2-DAE3-4730-9795-DAE3C7C125A6}" type="slidenum">
              <a:rPr altLang="en-US" lang="en-US" dirty="0"/>
              <a:t>‹#›</a:t>
            </a:fld>
            <a:endParaRPr altLang="en-US"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7263" y="576263"/>
            <a:ext cx="2266950" cy="5607050"/>
          </a:xfrm>
          <a:ln>
            <a:headEnd type="none"/>
            <a:tailEnd type="none"/>
          </a:ln>
        </p:spPr>
        <p:txBody>
          <a:bodyPr vert="eaVert" wrap="square"/>
          <a:lstStyle/>
          <a:p>
            <a:pPr/>
            <a:r>
              <a:rPr lang="en-US" dirty="0"/>
              <a:t>Click to edit Master title style</a:t>
            </a:r>
            <a:endParaRPr lang="en-AU" dirty="0"/>
          </a:p>
        </p:txBody>
      </p:sp>
      <p:sp>
        <p:nvSpPr>
          <p:cNvPr id="3" name="Vertical Text Placeholder 2"/>
          <p:cNvSpPr>
            <a:spLocks noGrp="1"/>
          </p:cNvSpPr>
          <p:nvPr>
            <p:ph type="body" orient="vert" idx="1"/>
          </p:nvPr>
        </p:nvSpPr>
        <p:spPr>
          <a:xfrm>
            <a:off x="503238" y="576263"/>
            <a:ext cx="6651625" cy="5607050"/>
          </a:xfrm>
          <a:ln>
            <a:headEnd type="none"/>
            <a:tailEnd type="none"/>
          </a:ln>
        </p:spPr>
        <p:txBody>
          <a:bodyPr vert="eaVert" wrap="square"/>
          <a:lstStyle/>
          <a:p>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Date Placeholder 3"/>
          <p:cNvSpPr>
            <a:spLocks noGrp="1"/>
          </p:cNvSpPr>
          <p:nvPr>
            <p:ph type="dt" idx="10"/>
          </p:nvPr>
        </p:nvSpPr>
        <p:spPr>
          <a:ln>
            <a:headEnd type="none"/>
            <a:tailEnd type="none"/>
          </a:ln>
        </p:spPr>
        <p:txBody>
          <a:bodyPr wrap="square"/>
          <a:lstStyle>
            <a:lvl1pPr/>
          </a:lstStyle>
          <a:p>
            <a:pPr/>
            <a:endParaRPr altLang="en-US" lang="en-US" dirty="0"/>
          </a:p>
        </p:txBody>
      </p:sp>
      <p:sp>
        <p:nvSpPr>
          <p:cNvPr id="5" name="Footer Placeholder 4"/>
          <p:cNvSpPr>
            <a:spLocks noGrp="1"/>
          </p:cNvSpPr>
          <p:nvPr>
            <p:ph type="ftr" idx="11"/>
          </p:nvPr>
        </p:nvSpPr>
        <p:spPr>
          <a:ln>
            <a:headEnd type="none"/>
            <a:tailEnd type="none"/>
          </a:ln>
        </p:spPr>
        <p:txBody>
          <a:bodyPr wrap="square"/>
          <a:lstStyle>
            <a:lvl1pPr/>
          </a:lstStyle>
          <a:p>
            <a:pPr/>
            <a:endParaRPr altLang="en-US" lang="en-US" dirty="0"/>
          </a:p>
        </p:txBody>
      </p:sp>
      <p:sp>
        <p:nvSpPr>
          <p:cNvPr id="6" name="Slide Number Placeholder 5"/>
          <p:cNvSpPr>
            <a:spLocks noGrp="1"/>
          </p:cNvSpPr>
          <p:nvPr>
            <p:ph type="sldNum" idx="12"/>
          </p:nvPr>
        </p:nvSpPr>
        <p:spPr>
          <a:ln>
            <a:headEnd type="none"/>
            <a:tailEnd type="none"/>
          </a:ln>
        </p:spPr>
        <p:txBody>
          <a:bodyPr wrap="square"/>
          <a:lstStyle>
            <a:lvl1pPr/>
          </a:lstStyle>
          <a:p>
            <a:pPr/>
            <a:fld id="{3C595242-84C3-4B7D-8705-9DC35E776080}" type="slidenum">
              <a:rPr altLang="en-US" lang="en-US" dirty="0"/>
              <a:t>‹#›</a:t>
            </a:fld>
            <a:endParaRPr altLang="en-US"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503238" y="576263"/>
            <a:ext cx="7197725" cy="719137"/>
          </a:xfrm>
          <a:ln>
            <a:headEnd type="none"/>
            <a:tailEnd type="none"/>
          </a:ln>
        </p:spPr>
        <p:txBody>
          <a:bodyPr wrap="square"/>
          <a:lstStyle/>
          <a:p>
            <a:pPr/>
            <a:r>
              <a:rPr lang="en-US" dirty="0"/>
              <a:t>Click to edit Master title style</a:t>
            </a:r>
            <a:endParaRPr lang="en-AU" dirty="0"/>
          </a:p>
        </p:txBody>
      </p:sp>
      <p:sp>
        <p:nvSpPr>
          <p:cNvPr id="3" name="Date Placeholder 2"/>
          <p:cNvSpPr>
            <a:spLocks noGrp="1"/>
          </p:cNvSpPr>
          <p:nvPr>
            <p:ph type="dt" idx="10"/>
          </p:nvPr>
        </p:nvSpPr>
        <p:spPr>
          <a:xfrm>
            <a:off x="503238" y="6886575"/>
            <a:ext cx="2346325" cy="519113"/>
          </a:xfrm>
          <a:ln>
            <a:headEnd type="none"/>
            <a:tailEnd type="none"/>
          </a:ln>
        </p:spPr>
        <p:txBody>
          <a:bodyPr wrap="square"/>
          <a:lstStyle>
            <a:lvl1pPr/>
          </a:lstStyle>
          <a:p>
            <a:pPr/>
            <a:endParaRPr altLang="en-US" lang="en-US" dirty="0"/>
          </a:p>
        </p:txBody>
      </p:sp>
      <p:sp>
        <p:nvSpPr>
          <p:cNvPr id="4" name="Footer Placeholder 3"/>
          <p:cNvSpPr>
            <a:spLocks noGrp="1"/>
          </p:cNvSpPr>
          <p:nvPr>
            <p:ph type="ftr" idx="11"/>
          </p:nvPr>
        </p:nvSpPr>
        <p:spPr>
          <a:xfrm>
            <a:off x="3448050" y="6886575"/>
            <a:ext cx="3194050" cy="519113"/>
          </a:xfrm>
          <a:ln>
            <a:headEnd type="none"/>
            <a:tailEnd type="none"/>
          </a:ln>
        </p:spPr>
        <p:txBody>
          <a:bodyPr wrap="square"/>
          <a:lstStyle>
            <a:lvl1pPr/>
          </a:lstStyle>
          <a:p>
            <a:pPr/>
            <a:endParaRPr altLang="en-US" lang="en-US" dirty="0"/>
          </a:p>
        </p:txBody>
      </p:sp>
      <p:sp>
        <p:nvSpPr>
          <p:cNvPr id="5" name="Slide Number Placeholder 4"/>
          <p:cNvSpPr>
            <a:spLocks noGrp="1"/>
          </p:cNvSpPr>
          <p:nvPr>
            <p:ph type="sldNum" idx="12"/>
          </p:nvPr>
        </p:nvSpPr>
        <p:spPr>
          <a:xfrm>
            <a:off x="7226300" y="6886575"/>
            <a:ext cx="2346325" cy="519113"/>
          </a:xfrm>
          <a:ln>
            <a:headEnd type="none"/>
            <a:tailEnd type="none"/>
          </a:ln>
        </p:spPr>
        <p:txBody>
          <a:bodyPr wrap="square"/>
          <a:lstStyle>
            <a:lvl1pPr/>
          </a:lstStyle>
          <a:p>
            <a:pPr/>
            <a:fld id="{EBC9A6D1-EF53-49A3-8028-3C6197DA8AE9}" type="slidenum">
              <a:rPr altLang="en-US" lang="en-US" dirty="0"/>
              <a:t>‹#›</a:t>
            </a:fld>
            <a:endParaRPr altLang="en-US" lang="en-US" dirty="0"/>
          </a:p>
        </p:txBody>
      </p:sp>
    </p:spTree>
  </p:cSld>
  <p:clrMapOvr>
    <a:masterClrMapping/>
  </p:clrMapOvr>
</p:sldLayout>
</file>

<file path=ppt/slideMasters/_rels/slideMaster1.xml.rels>&#65279;<?xml version="1.0" encoding="utf-8" standalone="yes"?><Relationships xmlns="http://schemas.openxmlformats.org/package/2006/relationships"><Relationship Id="DeterministicId1" Type="http://schemas.openxmlformats.org/officeDocument/2006/relationships/slideLayout" Target="../slideLayouts/slideLayout1.xml" /><Relationship Id="DeterministicId2" Type="http://schemas.openxmlformats.org/officeDocument/2006/relationships/slideLayout" Target="../slideLayouts/slideLayout10.xml" /><Relationship Id="DeterministicId3" Type="http://schemas.openxmlformats.org/officeDocument/2006/relationships/slideLayout" Target="../slideLayouts/slideLayout11.xml" /><Relationship Id="DeterministicId4" Type="http://schemas.openxmlformats.org/officeDocument/2006/relationships/slideLayout" Target="../slideLayouts/slideLayout2.xml" /><Relationship Id="DeterministicId5" Type="http://schemas.openxmlformats.org/officeDocument/2006/relationships/slideLayout" Target="../slideLayouts/slideLayout3.xml" /><Relationship Id="DeterministicId6" Type="http://schemas.openxmlformats.org/officeDocument/2006/relationships/slideLayout" Target="../slideLayouts/slideLayout4.xml" /><Relationship Id="DeterministicId7" Type="http://schemas.openxmlformats.org/officeDocument/2006/relationships/slideLayout" Target="../slideLayouts/slideLayout5.xml" /><Relationship Id="DeterministicId8" Type="http://schemas.openxmlformats.org/officeDocument/2006/relationships/slideLayout" Target="../slideLayouts/slideLayout6.xml" /><Relationship Id="DeterministicId9" Type="http://schemas.openxmlformats.org/officeDocument/2006/relationships/slideLayout" Target="../slideLayouts/slideLayout7.xml" /><Relationship Id="DeterministicId10" Type="http://schemas.openxmlformats.org/officeDocument/2006/relationships/slideLayout" Target="../slideLayouts/slideLayout8.xml" /><Relationship Id="DeterministicId11" Type="http://schemas.openxmlformats.org/officeDocument/2006/relationships/slideLayout" Target="../slideLayouts/slideLayout9.xml" /><Relationship Id="DeterministicId12" Type="http://schemas.openxmlformats.org/officeDocument/2006/relationships/theme" Target="/ppt/theme/theme1.xml" /></Relationships>
</file>

<file path=ppt/slideMasters/_rels/slideMaster2.xml.rels>&#65279;<?xml version="1.0" encoding="utf-8" standalone="yes"?><Relationships xmlns="http://schemas.openxmlformats.org/package/2006/relationships"><Relationship Id="DeterministicId1" Type="http://schemas.openxmlformats.org/officeDocument/2006/relationships/image" Target="../media/image1.png" /><Relationship Id="DeterministicId2" Type="http://schemas.openxmlformats.org/officeDocument/2006/relationships/slideLayout" Target="../slideLayouts/slideLayout12.xml" /><Relationship Id="DeterministicId3" Type="http://schemas.openxmlformats.org/officeDocument/2006/relationships/slideLayout" Target="../slideLayouts/slideLayout13.xml" /><Relationship Id="DeterministicId4" Type="http://schemas.openxmlformats.org/officeDocument/2006/relationships/slideLayout" Target="../slideLayouts/slideLayout14.xml" /><Relationship Id="DeterministicId5" Type="http://schemas.openxmlformats.org/officeDocument/2006/relationships/slideLayout" Target="../slideLayouts/slideLayout15.xml" /><Relationship Id="DeterministicId6" Type="http://schemas.openxmlformats.org/officeDocument/2006/relationships/slideLayout" Target="../slideLayouts/slideLayout16.xml" /><Relationship Id="DeterministicId7" Type="http://schemas.openxmlformats.org/officeDocument/2006/relationships/slideLayout" Target="../slideLayouts/slideLayout17.xml" /><Relationship Id="DeterministicId8" Type="http://schemas.openxmlformats.org/officeDocument/2006/relationships/slideLayout" Target="../slideLayouts/slideLayout18.xml" /><Relationship Id="DeterministicId9" Type="http://schemas.openxmlformats.org/officeDocument/2006/relationships/slideLayout" Target="../slideLayouts/slideLayout19.xml" /><Relationship Id="DeterministicId10" Type="http://schemas.openxmlformats.org/officeDocument/2006/relationships/slideLayout" Target="../slideLayouts/slideLayout20.xml" /><Relationship Id="DeterministicId11" Type="http://schemas.openxmlformats.org/officeDocument/2006/relationships/slideLayout" Target="../slideLayouts/slideLayout21.xml" /><Relationship Id="DeterministicId12" Type="http://schemas.openxmlformats.org/officeDocument/2006/relationships/slideLayout" Target="../slideLayouts/slideLayout22.xml" /><Relationship Id="DeterministicId13" Type="http://schemas.openxmlformats.org/officeDocument/2006/relationships/slideLayout" Target="../slideLayouts/slideLayout23.xml" /><Relationship Id="DeterministicId14" Type="http://schemas.openxmlformats.org/officeDocument/2006/relationships/theme" Target="/ppt/theme/theme2.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503238" y="301625"/>
            <a:ext cx="9069387" cy="1260475"/>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1026" name="Rectangle 2"/>
          <p:cNvSpPr>
            <a:spLocks noGrp="1"/>
          </p:cNvSpPr>
          <p:nvPr>
            <p:ph type="body" idx="1"/>
          </p:nvPr>
        </p:nvSpPr>
        <p:spPr bwMode="auto">
          <a:xfrm>
            <a:off x="503238" y="1768475"/>
            <a:ext cx="9069387" cy="4383088"/>
          </a:xfrm>
          <a:prstGeom prst="rect">
            <a:avLst/>
          </a:prstGeom>
          <a:noFill/>
          <a:ln>
            <a:noFill/>
            <a:headEnd type="none"/>
            <a:tailEnd type="none"/>
          </a:ln>
          <a:effectLst/>
        </p:spPr>
        <p:txBody>
          <a:bodyPr numCol="1" lIns="0" tIns="24192"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1027" name="Rectangle 3"/>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1028" name="Rectangle 4"/>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1029" name="Rectangle 5"/>
          <p:cNvSpPr>
            <a:spLocks noGrp="1"/>
          </p:cNvSpPr>
          <p:nvPr>
            <p:ph type="sldNum"/>
          </p:nvPr>
        </p:nvSpPr>
        <p:spPr bwMode="auto">
          <a:xfrm>
            <a:off x="722788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1EA33906-C89A-4086-968F-B0D6DAF1DF72}"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sldLayoutIdLst>
    <p:sldLayoutId id="2147483650" r:id="DeterministicId1"/>
    <p:sldLayoutId id="2147483651" r:id="DeterministicId4"/>
    <p:sldLayoutId id="2147483652" r:id="DeterministicId5"/>
    <p:sldLayoutId id="2147483653" r:id="DeterministicId6"/>
    <p:sldLayoutId id="2147483654" r:id="DeterministicId7"/>
    <p:sldLayoutId id="2147483655" r:id="DeterministicId8"/>
    <p:sldLayoutId id="2147483656" r:id="DeterministicId9"/>
    <p:sldLayoutId id="2147483657" r:id="DeterministicId10"/>
    <p:sldLayoutId id="2147483658" r:id="DeterministicId11"/>
    <p:sldLayoutId id="2147483659" r:id="DeterministicId2"/>
    <p:sldLayoutId id="2147483660" r:id="DeterministicId3"/>
  </p:sldLayoutIdLst>
  <p:txStyles>
    <p:titleStyle>
      <a:lvl1pPr rtl="0" algn="ctr" fontAlgn="base" defTabSz="457200">
        <a:lnSpc>
          <a:spcPct val="94000"/>
        </a:lnSpc>
        <a:spcBef>
          <a:spcPct val="0"/>
        </a:spcBef>
        <a:spcAft>
          <a:spcPct val="0"/>
        </a:spcAft>
        <a:buClr>
          <a:srgbClr val="000000"/>
        </a:buClr>
        <a:buSzPct val="100000"/>
        <a:buFont typeface="Times New Roman"/>
        <a:defRPr sz="4400" kern="1200" dirty="0">
          <a:solidFill>
            <a:srgbClr val="000000"/>
          </a:solidFill>
          <a:latin typeface="+mj-lt"/>
          <a:ea typeface="+mj-ea"/>
          <a:cs typeface="+mj-cs"/>
        </a:defRPr>
      </a:lvl1pPr>
      <a:lvl2pPr marL="742950" indent="-28575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2pPr>
      <a:lvl3pPr marL="1143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3pPr>
      <a:lvl4pPr marL="1600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4pPr>
      <a:lvl5pPr marL="20574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5pPr>
      <a:lvl6pPr marL="25146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6pPr>
      <a:lvl7pPr marL="29718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7pPr>
      <a:lvl8pPr marL="34290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8pPr>
      <a:lvl9pPr marL="3886200" indent="-228600" rtl="0" algn="ctr" fontAlgn="base" defTabSz="457200">
        <a:lnSpc>
          <a:spcPct val="94000"/>
        </a:lnSpc>
        <a:spcBef>
          <a:spcPct val="0"/>
        </a:spcBef>
        <a:spcAft>
          <a:spcPct val="0"/>
        </a:spcAft>
        <a:buClr>
          <a:srgbClr val="000000"/>
        </a:buClr>
        <a:buSzPct val="100000"/>
        <a:buFont typeface="Times New Roman"/>
        <a:defRPr sz="4400" dirty="0">
          <a:solidFill>
            <a:srgbClr val="000000"/>
          </a:solidFill>
          <a:latin typeface="Arial"/>
          <a:cs typeface="Droid Sans Fallback"/>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32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8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4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0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0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2049" name="Picture 1"/>
          <p:cNvPicPr>
            <a:picLocks noChangeAspect="1"/>
          </p:cNvPicPr>
          <p:nvPr/>
        </p:nvPicPr>
        <p:blipFill>
          <a:blip r:embed="DeterministicId1">
            <a:lum/>
          </a:blip>
          <a:srcRect/>
          <a:stretch>
            <a:fillRect/>
          </a:stretch>
        </p:blipFill>
        <p:spPr bwMode="auto">
          <a:xfrm>
            <a:off x="0" y="0"/>
            <a:ext cx="10079038" cy="7559675"/>
          </a:xfrm>
          <a:prstGeom prst="rect">
            <a:avLst/>
          </a:prstGeom>
          <a:noFill/>
          <a:ln>
            <a:noFill/>
            <a:headEnd type="none"/>
            <a:tailEnd type="none"/>
          </a:ln>
          <a:effectLst/>
        </p:spPr>
      </p:pic>
      <p:sp>
        <p:nvSpPr>
          <p:cNvPr id="2050" name="Rectangle 2"/>
          <p:cNvSpPr>
            <a:spLocks noGrp="1"/>
          </p:cNvSpPr>
          <p:nvPr>
            <p:ph type="title"/>
          </p:nvPr>
        </p:nvSpPr>
        <p:spPr bwMode="auto">
          <a:xfrm>
            <a:off x="503238" y="576263"/>
            <a:ext cx="7197725" cy="719137"/>
          </a:xfrm>
          <a:prstGeom prst="rect">
            <a:avLst/>
          </a:prstGeom>
          <a:noFill/>
          <a:ln>
            <a:noFill/>
            <a:headEnd type="none"/>
            <a:tailEnd type="none"/>
          </a:ln>
          <a:effectLst/>
        </p:spPr>
        <p:txBody>
          <a:bodyPr numCol="1" lIns="0" tIns="0" rIns="0" bIns="0" anchor="ctr" wrap="square">
            <a:prstTxWarp prst="textNoShape">
              <a:avLst/>
            </a:prstTxWarp>
          </a:bodyPr>
          <a:lstStyle/>
          <a:p>
            <a:pPr/>
            <a:r>
              <a:rPr altLang="en-US" lang="en-GB" dirty="0"/>
              <a:t>Click to edit the title text format</a:t>
            </a:r>
          </a:p>
        </p:txBody>
      </p:sp>
      <p:sp>
        <p:nvSpPr>
          <p:cNvPr id="2051" name="Rectangle 3"/>
          <p:cNvSpPr>
            <a:spLocks noGrp="1"/>
          </p:cNvSpPr>
          <p:nvPr>
            <p:ph type="body" idx="1"/>
          </p:nvPr>
        </p:nvSpPr>
        <p:spPr bwMode="auto">
          <a:xfrm>
            <a:off x="503238" y="1800225"/>
            <a:ext cx="9070975" cy="4383088"/>
          </a:xfrm>
          <a:prstGeom prst="rect">
            <a:avLst/>
          </a:prstGeom>
          <a:noFill/>
          <a:ln>
            <a:noFill/>
            <a:headEnd type="none"/>
            <a:tailEnd type="none"/>
          </a:ln>
          <a:effectLst/>
        </p:spPr>
        <p:txBody>
          <a:bodyPr numCol="1" lIns="0" tIns="19656" rIns="0" bIns="0" anchor="t" wrap="square">
            <a:prstTxWarp prst="textNoShape">
              <a:avLst/>
            </a:prstTxWarp>
          </a:bodyPr>
          <a:lstStyle/>
          <a:p>
            <a:pPr/>
            <a:r>
              <a:rPr altLang="en-US" lang="en-GB" dirty="0"/>
              <a:t>Click to edit the outline text format</a:t>
            </a:r>
          </a:p>
          <a:p>
            <a:pPr lvl="1"/>
            <a:r>
              <a:rPr altLang="en-US" lang="en-GB" dirty="0"/>
              <a:t>Second Outline Level</a:t>
            </a:r>
          </a:p>
          <a:p>
            <a:pPr lvl="2"/>
            <a:r>
              <a:rPr altLang="en-US" lang="en-GB" dirty="0"/>
              <a:t>Third Outline Level</a:t>
            </a:r>
          </a:p>
          <a:p>
            <a:pPr lvl="3"/>
            <a:r>
              <a:rPr altLang="en-US" lang="en-GB" dirty="0"/>
              <a:t>Fourth Outline Level</a:t>
            </a:r>
          </a:p>
          <a:p>
            <a:pPr lvl="4"/>
            <a:r>
              <a:rPr altLang="en-US" lang="en-GB" dirty="0"/>
              <a:t>Fifth Outline Level</a:t>
            </a:r>
          </a:p>
          <a:p>
            <a:pPr lvl="4"/>
            <a:r>
              <a:rPr altLang="en-US" lang="en-GB" dirty="0"/>
              <a:t>Sixth Outline Level</a:t>
            </a:r>
          </a:p>
          <a:p>
            <a:pPr lvl="4"/>
            <a:r>
              <a:rPr altLang="en-US" lang="en-GB" dirty="0"/>
              <a:t>Seventh Outline Level</a:t>
            </a:r>
          </a:p>
        </p:txBody>
      </p:sp>
      <p:sp>
        <p:nvSpPr>
          <p:cNvPr id="2052" name="Rectangle 4"/>
          <p:cNvSpPr>
            <a:spLocks noGrp="1"/>
          </p:cNvSpPr>
          <p:nvPr>
            <p:ph type="dt"/>
          </p:nvPr>
        </p:nvSpPr>
        <p:spPr bwMode="auto">
          <a:xfrm>
            <a:off x="503238"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endParaRPr altLang="en-US" lang="en-US" dirty="0"/>
          </a:p>
        </p:txBody>
      </p:sp>
      <p:sp>
        <p:nvSpPr>
          <p:cNvPr id="2053" name="Rectangle 5"/>
          <p:cNvSpPr>
            <a:spLocks noGrp="1"/>
          </p:cNvSpPr>
          <p:nvPr>
            <p:ph type="ftr"/>
          </p:nvPr>
        </p:nvSpPr>
        <p:spPr bwMode="auto">
          <a:xfrm>
            <a:off x="3448050" y="6886575"/>
            <a:ext cx="3194050" cy="519113"/>
          </a:xfrm>
          <a:prstGeom prst="rect">
            <a:avLst/>
          </a:prstGeom>
          <a:noFill/>
          <a:ln>
            <a:noFill/>
            <a:headEnd type="none"/>
            <a:tailEnd type="none"/>
          </a:ln>
          <a:effectLst/>
        </p:spPr>
        <p:txBody>
          <a:bodyPr numCol="1" lIns="0" tIns="0" rIns="0" bIns="0" anchor="t" wrap="square">
            <a:prstTxWarp prst="textNoShape">
              <a:avLst/>
            </a:prstTxWarp>
          </a:bodyPr>
          <a:lstStyle>
            <a:lvl1pPr algn="ctr">
              <a:lnSpc>
                <a:spcPct val="93000"/>
              </a:lnSpc>
              <a:tabLst>
                <a:tab pos="457200" algn="l"/>
                <a:tab pos="914400" algn="l"/>
                <a:tab pos="1371600" algn="l"/>
                <a:tab pos="1828800" algn="l"/>
                <a:tab pos="2286000" algn="l"/>
                <a:tab pos="2743200" algn="l"/>
              </a:tabLst>
              <a:defRPr sz="1400" dirty="0">
                <a:solidFill>
                  <a:srgbClr val="000000"/>
                </a:solidFill>
                <a:latin typeface="Times New Roman"/>
                <a:cs typeface="DejaVu Sans"/>
              </a:defRPr>
            </a:lvl1pPr>
          </a:lstStyle>
          <a:p>
            <a:pPr/>
            <a:endParaRPr altLang="en-US" lang="en-US" dirty="0"/>
          </a:p>
        </p:txBody>
      </p:sp>
      <p:sp>
        <p:nvSpPr>
          <p:cNvPr id="2054" name="Rectangle 6"/>
          <p:cNvSpPr>
            <a:spLocks noGrp="1"/>
          </p:cNvSpPr>
          <p:nvPr>
            <p:ph type="sldNum"/>
          </p:nvPr>
        </p:nvSpPr>
        <p:spPr bwMode="auto">
          <a:xfrm>
            <a:off x="7226300" y="6886575"/>
            <a:ext cx="2346325" cy="519113"/>
          </a:xfrm>
          <a:prstGeom prst="rect">
            <a:avLst/>
          </a:prstGeom>
          <a:noFill/>
          <a:ln>
            <a:noFill/>
            <a:headEnd type="none"/>
            <a:tailEnd type="none"/>
          </a:ln>
          <a:effectLst/>
        </p:spPr>
        <p:txBody>
          <a:bodyPr numCol="1" lIns="0" tIns="0" rIns="0" bIns="0" anchor="t" wrap="square">
            <a:prstTxWarp prst="textNoShape">
              <a:avLst/>
            </a:prstTxWarp>
          </a:bodyPr>
          <a:lstStyle>
            <a:lvl1pPr algn="r">
              <a:lnSpc>
                <a:spcPct val="93000"/>
              </a:lnSpc>
              <a:tabLst>
                <a:tab pos="457200" algn="l"/>
                <a:tab pos="914400" algn="l"/>
                <a:tab pos="1371600" algn="l"/>
                <a:tab pos="1828800" algn="l"/>
                <a:tab pos="2286000" algn="l"/>
              </a:tabLst>
              <a:defRPr sz="1400" dirty="0">
                <a:solidFill>
                  <a:srgbClr val="000000"/>
                </a:solidFill>
                <a:latin typeface="Times New Roman"/>
                <a:cs typeface="DejaVu Sans"/>
              </a:defRPr>
            </a:lvl1pPr>
          </a:lstStyle>
          <a:p>
            <a:pPr/>
            <a:fld id="{340FA9FE-4DFB-495A-AF32-1B8DD53578E8}" type="slidenum">
              <a:rPr altLang="en-US" lang="en-US" dirty="0"/>
              <a:t>‹#›</a:t>
            </a:fld>
            <a:endParaRPr altLang="en-US" lang="en-US" dirty="0"/>
          </a:p>
        </p:txBody>
      </p:sp>
    </p:spTree>
  </p:cSld>
  <p:clrMap bg1="lt1" tx1="dk1" bg2="lt2" tx2="dk2" accent1="accent1" accent2="accent2" accent3="accent3" accent4="accent4" accent5="accent5" accent6="accent6" hlink="hlink" folHlink="folHlink"/>
  <p:sldLayoutIdLst>
    <p:sldLayoutId id="2147483661" r:id="DeterministicId2"/>
    <p:sldLayoutId id="2147483662" r:id="DeterministicId3"/>
    <p:sldLayoutId id="2147483663" r:id="DeterministicId4"/>
    <p:sldLayoutId id="2147483664" r:id="DeterministicId5"/>
    <p:sldLayoutId id="2147483665" r:id="DeterministicId6"/>
    <p:sldLayoutId id="2147483666" r:id="DeterministicId7"/>
    <p:sldLayoutId id="2147483667" r:id="DeterministicId8"/>
    <p:sldLayoutId id="2147483668" r:id="DeterministicId9"/>
    <p:sldLayoutId id="2147483669" r:id="DeterministicId10"/>
    <p:sldLayoutId id="2147483670" r:id="DeterministicId11"/>
    <p:sldLayoutId id="2147483671" r:id="DeterministicId12"/>
    <p:sldLayoutId id="2147483672" r:id="DeterministicId13"/>
  </p:sldLayoutIdLst>
  <p:txStyles>
    <p:titleStyle>
      <a:lvl1pPr rtl="0" algn="l" fontAlgn="base" defTabSz="457200">
        <a:lnSpc>
          <a:spcPct val="94000"/>
        </a:lnSpc>
        <a:spcBef>
          <a:spcPct val="0"/>
        </a:spcBef>
        <a:spcAft>
          <a:spcPct val="0"/>
        </a:spcAft>
        <a:buClr>
          <a:srgbClr val="000000"/>
        </a:buClr>
        <a:buSzPct val="100000"/>
        <a:buFont typeface="Times New Roman"/>
        <a:defRPr sz="3600" kern="1200" dirty="0">
          <a:solidFill>
            <a:srgbClr val="000000"/>
          </a:solidFill>
          <a:latin typeface="+mj-lt"/>
          <a:ea typeface="+mj-ea"/>
          <a:cs typeface="+mj-cs"/>
        </a:defRPr>
      </a:lvl1pPr>
      <a:lvl2pPr marL="742950" indent="-28575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2pPr>
      <a:lvl3pPr marL="1143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3pPr>
      <a:lvl4pPr marL="1600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4pPr>
      <a:lvl5pPr marL="20574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5pPr>
      <a:lvl6pPr marL="25146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6pPr>
      <a:lvl7pPr marL="29718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7pPr>
      <a:lvl8pPr marL="34290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8pPr>
      <a:lvl9pPr marL="3886200" indent="-228600" rtl="0" algn="l" fontAlgn="base" defTabSz="457200">
        <a:lnSpc>
          <a:spcPct val="94000"/>
        </a:lnSpc>
        <a:spcBef>
          <a:spcPct val="0"/>
        </a:spcBef>
        <a:spcAft>
          <a:spcPct val="0"/>
        </a:spcAft>
        <a:buClr>
          <a:srgbClr val="000000"/>
        </a:buClr>
        <a:buSzPct val="100000"/>
        <a:buFont typeface="Times New Roman"/>
        <a:defRPr sz="3600" dirty="0">
          <a:solidFill>
            <a:srgbClr val="000000"/>
          </a:solidFill>
          <a:latin typeface="Arial"/>
          <a:cs typeface="WenQuanYi Zen Hei"/>
        </a:defRPr>
      </a:lvl9pPr>
    </p:titleStyle>
    <p:bodyStyle>
      <a:lvl1pPr marL="342900" indent="-342900" rtl="0" algn="l" fontAlgn="base" defTabSz="457200">
        <a:lnSpc>
          <a:spcPct val="94000"/>
        </a:lnSpc>
        <a:spcBef>
          <a:spcPct val="0"/>
        </a:spcBef>
        <a:spcAft>
          <a:spcPts val="1425"/>
        </a:spcAft>
        <a:buClr>
          <a:srgbClr val="000000"/>
        </a:buClr>
        <a:buSzPct val="100000"/>
        <a:buFont typeface="Times New Roman"/>
        <a:defRPr sz="2600" kern="1200" dirty="0">
          <a:solidFill>
            <a:srgbClr val="000000"/>
          </a:solidFill>
          <a:latin typeface="+mn-lt"/>
          <a:ea typeface="+mn-ea"/>
          <a:cs typeface="+mn-cs"/>
        </a:defRPr>
      </a:lvl1pPr>
      <a:lvl2pPr marL="742950" indent="-285750" rtl="0" algn="l" fontAlgn="base" defTabSz="457200">
        <a:lnSpc>
          <a:spcPct val="94000"/>
        </a:lnSpc>
        <a:spcBef>
          <a:spcPct val="0"/>
        </a:spcBef>
        <a:spcAft>
          <a:spcPts val="1138"/>
        </a:spcAft>
        <a:buClr>
          <a:srgbClr val="000000"/>
        </a:buClr>
        <a:buSzPct val="100000"/>
        <a:buFont typeface="Times New Roman"/>
        <a:defRPr sz="2600" kern="1200" dirty="0">
          <a:solidFill>
            <a:srgbClr val="000000"/>
          </a:solidFill>
          <a:latin typeface="+mn-lt"/>
          <a:ea typeface="+mn-ea"/>
          <a:cs typeface="+mn-cs"/>
        </a:defRPr>
      </a:lvl2pPr>
      <a:lvl3pPr marL="1143000" indent="-228600" rtl="0" algn="l" fontAlgn="base" defTabSz="457200">
        <a:lnSpc>
          <a:spcPct val="94000"/>
        </a:lnSpc>
        <a:spcBef>
          <a:spcPct val="0"/>
        </a:spcBef>
        <a:spcAft>
          <a:spcPts val="850"/>
        </a:spcAft>
        <a:buClr>
          <a:srgbClr val="000000"/>
        </a:buClr>
        <a:buSzPct val="100000"/>
        <a:buFont typeface="Times New Roman"/>
        <a:defRPr sz="2600" kern="1200" dirty="0">
          <a:solidFill>
            <a:srgbClr val="000000"/>
          </a:solidFill>
          <a:latin typeface="+mn-lt"/>
          <a:ea typeface="+mn-ea"/>
          <a:cs typeface="+mn-cs"/>
        </a:defRPr>
      </a:lvl3pPr>
      <a:lvl4pPr marL="1600200" indent="-228600" rtl="0" algn="l" fontAlgn="base" defTabSz="457200">
        <a:lnSpc>
          <a:spcPct val="94000"/>
        </a:lnSpc>
        <a:spcBef>
          <a:spcPct val="0"/>
        </a:spcBef>
        <a:spcAft>
          <a:spcPts val="575"/>
        </a:spcAft>
        <a:buClr>
          <a:srgbClr val="000000"/>
        </a:buClr>
        <a:buSzPct val="100000"/>
        <a:buFont typeface="Times New Roman"/>
        <a:defRPr sz="2600" kern="1200" dirty="0">
          <a:solidFill>
            <a:srgbClr val="000000"/>
          </a:solidFill>
          <a:latin typeface="+mn-lt"/>
          <a:ea typeface="+mn-ea"/>
          <a:cs typeface="+mn-cs"/>
        </a:defRPr>
      </a:lvl4pPr>
      <a:lvl5pPr marL="2057400" indent="-228600" rtl="0" algn="l" fontAlgn="base" defTabSz="457200">
        <a:lnSpc>
          <a:spcPct val="94000"/>
        </a:lnSpc>
        <a:spcBef>
          <a:spcPct val="0"/>
        </a:spcBef>
        <a:spcAft>
          <a:spcPts val="288"/>
        </a:spcAft>
        <a:buClr>
          <a:srgbClr val="000000"/>
        </a:buClr>
        <a:buSzPct val="100000"/>
        <a:buFont typeface="Times New Roman"/>
        <a:defRPr sz="2600" kern="1200" dirty="0">
          <a:solidFill>
            <a:srgbClr val="000000"/>
          </a:solidFill>
          <a:latin typeface="+mn-lt"/>
          <a:ea typeface="+mn-ea"/>
          <a:cs typeface="+mn-cs"/>
        </a:defRPr>
      </a:lvl5pPr>
      <a:lvl6pPr marL="2514600" indent="-228600" rtl="0" algn="l" defTabSz="914400">
        <a:lnSpc>
          <a:spcPct val="90000"/>
        </a:lnSpc>
        <a:spcBef>
          <a:spcPts val="500"/>
        </a:spcBef>
        <a:buFont typeface="Arial"/>
        <a:buChar char="•"/>
        <a:defRPr sz="1800" kern="1200" dirty="0">
          <a:solidFill>
            <a:schemeClr val="tx1"/>
          </a:solidFill>
          <a:latin typeface="+mn-lt"/>
          <a:ea typeface="+mn-ea"/>
          <a:cs typeface="+mn-cs"/>
        </a:defRPr>
      </a:lvl6pPr>
      <a:lvl7pPr marL="2971800" indent="-228600" rtl="0" algn="l" defTabSz="914400">
        <a:lnSpc>
          <a:spcPct val="90000"/>
        </a:lnSpc>
        <a:spcBef>
          <a:spcPts val="500"/>
        </a:spcBef>
        <a:buFont typeface="Arial"/>
        <a:buChar char="•"/>
        <a:defRPr sz="1800" kern="1200" dirty="0">
          <a:solidFill>
            <a:schemeClr val="tx1"/>
          </a:solidFill>
          <a:latin typeface="+mn-lt"/>
          <a:ea typeface="+mn-ea"/>
          <a:cs typeface="+mn-cs"/>
        </a:defRPr>
      </a:lvl7pPr>
      <a:lvl8pPr marL="3429000" indent="-228600" rtl="0" algn="l" defTabSz="914400">
        <a:lnSpc>
          <a:spcPct val="90000"/>
        </a:lnSpc>
        <a:spcBef>
          <a:spcPts val="500"/>
        </a:spcBef>
        <a:buFont typeface="Arial"/>
        <a:buChar char="•"/>
        <a:defRPr sz="1800" kern="1200" dirty="0">
          <a:solidFill>
            <a:schemeClr val="tx1"/>
          </a:solidFill>
          <a:latin typeface="+mn-lt"/>
          <a:ea typeface="+mn-ea"/>
          <a:cs typeface="+mn-cs"/>
        </a:defRPr>
      </a:lvl8pPr>
      <a:lvl9pPr marL="3886200" indent="-228600" rtl="0" algn="l" defTabSz="914400">
        <a:lnSpc>
          <a:spcPct val="90000"/>
        </a:lnSpc>
        <a:spcBef>
          <a:spcPts val="500"/>
        </a:spcBef>
        <a:buFont typeface="Arial"/>
        <a:buChar char="•"/>
        <a:defRPr sz="1800" kern="1200" dirty="0">
          <a:solidFill>
            <a:schemeClr val="tx1"/>
          </a:solidFill>
          <a:latin typeface="+mn-lt"/>
          <a:ea typeface="+mn-ea"/>
          <a:cs typeface="+mn-cs"/>
        </a:defRPr>
      </a:lvl9pPr>
    </p:bodyStyle>
    <p:otherStyle>
      <a:defPPr defTabSz="914400">
        <a:defRPr lang="en-US" dirty="0"/>
      </a:defPPr>
      <a:lvl1pPr marL="0" rtl="0" algn="l" defTabSz="914400">
        <a:defRPr sz="1800" kern="1200" dirty="0">
          <a:solidFill>
            <a:schemeClr val="tx1"/>
          </a:solidFill>
          <a:latin typeface="+mn-lt"/>
          <a:ea typeface="+mn-ea"/>
          <a:cs typeface="+mn-cs"/>
        </a:defRPr>
      </a:lvl1pPr>
      <a:lvl2pPr marL="457200" rtl="0" algn="l" defTabSz="914400">
        <a:defRPr sz="1800" kern="1200" dirty="0">
          <a:solidFill>
            <a:schemeClr val="tx1"/>
          </a:solidFill>
          <a:latin typeface="+mn-lt"/>
          <a:ea typeface="+mn-ea"/>
          <a:cs typeface="+mn-cs"/>
        </a:defRPr>
      </a:lvl2pPr>
      <a:lvl3pPr marL="914400" rtl="0" algn="l" defTabSz="914400">
        <a:defRPr sz="1800" kern="1200" dirty="0">
          <a:solidFill>
            <a:schemeClr val="tx1"/>
          </a:solidFill>
          <a:latin typeface="+mn-lt"/>
          <a:ea typeface="+mn-ea"/>
          <a:cs typeface="+mn-cs"/>
        </a:defRPr>
      </a:lvl3pPr>
      <a:lvl4pPr marL="1371600" rtl="0" algn="l" defTabSz="914400">
        <a:defRPr sz="1800" kern="1200" dirty="0">
          <a:solidFill>
            <a:schemeClr val="tx1"/>
          </a:solidFill>
          <a:latin typeface="+mn-lt"/>
          <a:ea typeface="+mn-ea"/>
          <a:cs typeface="+mn-cs"/>
        </a:defRPr>
      </a:lvl4pPr>
      <a:lvl5pPr marL="1828800" rtl="0" algn="l" defTabSz="914400">
        <a:defRPr sz="1800" kern="1200" dirty="0">
          <a:solidFill>
            <a:schemeClr val="tx1"/>
          </a:solidFill>
          <a:latin typeface="+mn-lt"/>
          <a:ea typeface="+mn-ea"/>
          <a:cs typeface="+mn-cs"/>
        </a:defRPr>
      </a:lvl5pPr>
      <a:lvl6pPr marL="2286000" rtl="0" algn="l" defTabSz="914400">
        <a:defRPr sz="1800" kern="1200" dirty="0">
          <a:solidFill>
            <a:schemeClr val="tx1"/>
          </a:solidFill>
          <a:latin typeface="+mn-lt"/>
          <a:ea typeface="+mn-ea"/>
          <a:cs typeface="+mn-cs"/>
        </a:defRPr>
      </a:lvl6pPr>
      <a:lvl7pPr marL="2743200" rtl="0" algn="l" defTabSz="914400">
        <a:defRPr sz="1800" kern="1200" dirty="0">
          <a:solidFill>
            <a:schemeClr val="tx1"/>
          </a:solidFill>
          <a:latin typeface="+mn-lt"/>
          <a:ea typeface="+mn-ea"/>
          <a:cs typeface="+mn-cs"/>
        </a:defRPr>
      </a:lvl7pPr>
      <a:lvl8pPr marL="3200400" rtl="0" algn="l" defTabSz="914400">
        <a:defRPr sz="1800" kern="1200" dirty="0">
          <a:solidFill>
            <a:schemeClr val="tx1"/>
          </a:solidFill>
          <a:latin typeface="+mn-lt"/>
          <a:ea typeface="+mn-ea"/>
          <a:cs typeface="+mn-cs"/>
        </a:defRPr>
      </a:lvl8pPr>
      <a:lvl9pPr marL="3657600" rtl="0" algn="l" defTabSz="914400">
        <a:defRPr sz="1800" kern="1200" dirty="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DeterministicId1" Type="http://schemas.openxmlformats.org/officeDocument/2006/relationships/notesSlide" Target="../notesSlides/notesSlide1.xml" /><Relationship Id="DeterministicId2" Type="http://schemas.openxmlformats.org/officeDocument/2006/relationships/slideLayout" Target="../slideLayouts/slideLayout23.xml" /></Relationships>
</file>

<file path=ppt/slides/_rels/slide2.xml.rels>&#65279;<?xml version="1.0" encoding="utf-8" standalone="yes"?><Relationships xmlns="http://schemas.openxmlformats.org/package/2006/relationships"><Relationship Id="DeterministicId1" Type="http://schemas.openxmlformats.org/officeDocument/2006/relationships/image" Target="../media/image2.emf" /><Relationship Id="DeterministicId2" Type="http://schemas.openxmlformats.org/officeDocument/2006/relationships/notesSlide" Target="../notesSlides/notesSlide2.xml" /><Relationship Id="DeterministicId3" Type="http://schemas.openxmlformats.org/officeDocument/2006/relationships/oleObject" Target="../embeddings/oleObject1.bin" /><Relationship Id="DeterministicId4" Type="http://schemas.openxmlformats.org/officeDocument/2006/relationships/slideLayout" Target="../slideLayouts/slideLayout13.xml" /></Relationships>
</file>

<file path=ppt/slides/_rels/slide3.xml.rels>&#65279;<?xml version="1.0" encoding="utf-8" standalone="yes"?><Relationships xmlns="http://schemas.openxmlformats.org/package/2006/relationships"><Relationship Id="DeterministicId1" Type="http://schemas.openxmlformats.org/officeDocument/2006/relationships/notesSlide" Target="../notesSlides/notesSlide3.xml" /><Relationship Id="DeterministicId2"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Lorem ipsum</a:t>
            </a:r>
          </a:p>
        </p:txBody>
      </p:sp>
      <p:sp>
        <p:nvSpPr>
          <p:cNvPr id="4098" name="Rectangle 2"/>
          <p:cNvSpPr>
            <a:spLocks noGrp="1"/>
          </p:cNvSpPr>
          <p:nvPr>
            <p:ph type="subTitle" idx="4294967295"/>
          </p:nvPr>
        </p:nvSpPr>
        <p:spPr bwMode="auto">
          <a:xfrm>
            <a:off x="503238" y="1800225"/>
            <a:ext cx="9072562" cy="4384675"/>
          </a:xfrm>
          <a:prstGeom prst="rect">
            <a:avLst/>
          </a:prstGeom>
          <a:noFill/>
          <a:ln>
            <a:headEnd type="none"/>
            <a:tailEnd type="none"/>
          </a:ln>
        </p:spPr>
        <p:txBody>
          <a:bodyPr lIns="0" tIns="11340" rIns="0" bIns="0" anchor="ctr" wrap="square"/>
          <a:lstStyle/>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500" dirty="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defTabSz="45720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500" dirty="0"/>
          </a:p>
        </p:txBody>
      </p:sp>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4097">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4098">
                                            <p:txEl>
                                              <p:pRg st="0" end="0"/>
                                            </p:txEl>
                                          </p:spTgt>
                                        </p:tgtEl>
                                        <p:attrNameLst>
                                          <p:attrName>style.visibility</p:attrName>
                                        </p:attrNameLst>
                                      </p:cBhvr>
                                      <p:to>
                                        <p:strVal val="visible"/>
                                      </p:to>
                                    </p:set>
                                  </p:childTnLst>
                                </p:cTn>
                              </p:par>
                            </p:childTnLst>
                          </p:cTn>
                        </p:par>
                      </p:childTnLst>
                    </p:cTn>
                  </p:par>
                  <p:par>
                    <p:cTn fill="hold" id="11" nodeType="clickPar">
                      <p:stCondLst>
                        <p:cond delay="indefinite"/>
                      </p:stCondLst>
                      <p:childTnLst>
                        <p:par>
                          <p:cTn fill="hold" id="12" nodeType="withGroup">
                            <p:stCondLst>
                              <p:cond delay="0"/>
                            </p:stCondLst>
                            <p:childTnLst>
                              <p:par>
                                <p:cTn fill="hold" id="13" nodeType="clickEffect" presetClass="entr" presetID="1">
                                  <p:stCondLst>
                                    <p:cond delay="0"/>
                                  </p:stCondLst>
                                  <p:childTnLst>
                                    <p:set>
                                      <p:cBhvr additive="repl">
                                        <p:cTn dur="1" fill="hold" id="14">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Chart</a:t>
            </a:r>
          </a:p>
        </p:txBody>
      </p:sp>
      <p:graphicFrame>
        <p:nvGraphicFramePr>
          <p:cNvPr id="5122" name="Object 2"/>
          <p:cNvGraphicFramePr/>
          <p:nvPr/>
        </p:nvGraphicFramePr>
        <p:xfrm>
          <a:off x="1693863" y="2487613"/>
          <a:ext cx="6865937" cy="3598862"/>
        </p:xfrm>
        <a:graphic>
          <a:graphicData uri="http://schemas.openxmlformats.org/presentationml/2006/ole">
            <p:oleObj r:id="DeterministicId3" imgW="6866280" imgH="3598920" progId="">
              <p:embed/>
              <p:pic>
                <p:nvPicPr>
                  <p:cNvPr id="0" name="Object 2"/>
                  <p:cNvPicPr>
                    <a:picLocks noChangeAspect="1"/>
                  </p:cNvPicPr>
                  <p:nvPr/>
                </p:nvPicPr>
                <p:blipFill>
                  <a:blip r:embed="DeterministicId1">
                    <a:lum/>
                  </a:blip>
                  <a:srcRect/>
                  <a:stretch>
                    <a:fillRect/>
                  </a:stretch>
                </p:blipFill>
                <p:spPr bwMode="auto">
                  <a:xfrm>
                    <a:off x="1693863" y="2487613"/>
                    <a:ext cx="6865937" cy="3598862"/>
                  </a:xfrm>
                  <a:prstGeom prst="rect">
                    <a:avLst/>
                  </a:prstGeom>
                  <a:noFill/>
                  <a:ln>
                    <a:headEnd type="none"/>
                    <a:tailEnd type="none"/>
                  </a:ln>
                  <a:effectLst/>
                </p:spPr>
              </p:pic>
            </p:oleObj>
          </a:graphicData>
        </a:graphic>
      </p:graphicFrame>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5121">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5122"/>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p:cNvSpPr>
          <p:nvPr>
            <p:ph type="title"/>
          </p:nvPr>
        </p:nvSpPr>
        <p:spPr>
          <a:xfrm>
            <a:off x="503238" y="576263"/>
            <a:ext cx="7199312" cy="720725"/>
          </a:xfrm>
          <a:ln>
            <a:headEnd type="none"/>
            <a:tailEnd type="none"/>
          </a:ln>
        </p:spPr>
        <p:txBody>
          <a:bodyPr tIns="27215" wrap="square"/>
          <a:lstStyle/>
          <a:p>
            <a:pPr defTabSz="45720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altLang="en-US" lang="en-US" dirty="0"/>
              <a:t>Table</a:t>
            </a:r>
          </a:p>
        </p:txBody>
      </p:sp>
      <p:graphicFrame>
        <p:nvGraphicFramePr>
          <p:cNvPr id="6146" name="Group 2"/>
          <p:cNvGraphicFramePr/>
          <p:nvPr/>
        </p:nvGraphicFramePr>
        <p:xfrm>
          <a:off x="503238" y="1800225"/>
          <a:ext cx="9074150" cy="3398838"/>
        </p:xfrm>
        <a:graphic>
          <a:graphicData uri="http://schemas.openxmlformats.org/drawingml/2006/table">
            <a:tbl>
              <a:tblPr>
                <a:tableStyleId>{5940675A-B579-460E-94D1-54222C63F5DA}</a:tableStyleId>
              </a:tblPr>
              <a:tblGrid>
                <a:gridCol w="1814512"/>
                <a:gridCol w="1814513"/>
                <a:gridCol w="1816100"/>
                <a:gridCol w="1814512"/>
                <a:gridCol w="1814513"/>
              </a:tblGrid>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roid Sans Fallback"/>
                        </a:rPr>
                        <a:t>Column 1</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2</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3</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4</a:t>
                      </a: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altLang="en-US" lang="en-US" sz="1800" b="0" i="0" u="none" strike="noStrike" cap="none" dirty="0">
                          <a:ln>
                            <a:noFill/>
                          </a:ln>
                          <a:solidFill>
                            <a:srgbClr val="000000"/>
                          </a:solidFill>
                          <a:effectLst/>
                          <a:latin typeface="Arial"/>
                          <a:cs typeface="DejaVu Sans"/>
                        </a:rPr>
                        <a:t>Column 5</a:t>
                      </a:r>
                    </a:p>
                    <a:p>
                      <a:pPr marL="0" indent="0" rtl="0" algn="l" fontAlgn="base" defTabSz="457200">
                        <a:lnSpc>
                          <a:spcPct val="93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2400" b="0" i="0" u="none" strike="noStrike" cap="none" dirty="0">
                        <a:ln>
                          <a:noFill/>
                        </a:ln>
                        <a:solidFill>
                          <a:srgbClr val="000000"/>
                        </a:solidFill>
                        <a:effectLst/>
                        <a:latin typeface="Times New Roman"/>
                        <a:cs typeface="DejaVu Sans"/>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B3B3B3"/>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E6E6E6"/>
                    </a:solidFill>
                  </a:tcPr>
                </a:tc>
              </a:tr>
              <a:tr h="339725">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c>
                  <a:txBody>
                    <a:bodyPr/>
                    <a:lstStyle>
                      <a:lvl1pPr defTabSz="457200">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1pPr>
                      <a:lvl2pPr defTabSz="457200">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2pPr>
                      <a:lvl3pPr defTabSz="457200">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3pPr>
                      <a:lvl4pPr defTabSz="457200">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4pPr>
                      <a:lvl5pPr defTabSz="457200">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5pPr>
                      <a:lvl6pPr marL="25146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6pPr>
                      <a:lvl7pPr marL="29718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7pPr>
                      <a:lvl8pPr marL="34290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8pPr>
                      <a:lvl9pPr marL="3886200" indent="-228600" fontAlgn="base" defTabSz="457200">
                        <a:lnSpc>
                          <a:spcPct val="94000"/>
                        </a:lnSpc>
                        <a:spcBef>
                          <a:spcPct val="0"/>
                        </a:spcBef>
                        <a:spcAft>
                          <a:spcPts val="288"/>
                        </a:spcAft>
                        <a:buClr>
                          <a:srgbClr val="000000"/>
                        </a:buClr>
                        <a:buSzPct val="100000"/>
                        <a:buFont typeface="Times New Roman"/>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dirty="0">
                          <a:solidFill>
                            <a:srgbClr val="000000"/>
                          </a:solidFill>
                          <a:latin typeface="Arial"/>
                          <a:cs typeface="WenQuanYi Zen Hei"/>
                        </a:defRPr>
                      </a:lvl9pPr>
                    </a:lstStyle>
                    <a:p>
                      <a:pPr marL="0" indent="0" rtl="0" algn="l" fontAlgn="base" defTabSz="457200">
                        <a:lnSpc>
                          <a:spcPct val="94000"/>
                        </a:lnSpc>
                        <a:spcBef>
                          <a:spcPct val="0"/>
                        </a:spcBef>
                        <a:spcAft>
                          <a:spcPct val="0"/>
                        </a:spcAft>
                        <a:buClr>
                          <a:srgbClr val="000000"/>
                        </a:buClr>
                        <a:buSzPct val="100000"/>
                        <a:buFont typeface="Times New Roman"/>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altLang="en-US" lang="en-US" sz="1800" b="0" i="0" u="none" strike="noStrike" cap="none" dirty="0">
                        <a:ln>
                          <a:noFill/>
                        </a:ln>
                        <a:solidFill>
                          <a:srgbClr val="000000"/>
                        </a:solidFill>
                        <a:effectLst/>
                        <a:latin typeface="Arial"/>
                        <a:cs typeface="Droid Sans Fallback"/>
                      </a:endParaRPr>
                    </a:p>
                  </a:txBody>
                  <a:tcPr marL="90000" marR="90000" marT="60407" marB="46800" horzOverflow="overflow">
                    <a:lnL w="720" cap="flat">
                      <a:solidFill>
                        <a:srgbClr val="FFFFFF"/>
                      </a:solidFill>
                      <a:prstDash val="solid"/>
                      <a:round/>
                      <a:headEnd type="none" w="med" len="med"/>
                      <a:tailEnd type="none" w="med" len="med"/>
                    </a:lnL>
                    <a:lnR w="720" cap="flat">
                      <a:solidFill>
                        <a:srgbClr val="FFFFFF"/>
                      </a:solidFill>
                      <a:prstDash val="solid"/>
                      <a:round/>
                      <a:headEnd type="none" w="med" len="med"/>
                      <a:tailEnd type="none" w="med" len="med"/>
                    </a:lnR>
                    <a:lnT w="720" cap="flat">
                      <a:solidFill>
                        <a:srgbClr val="FFFFFF"/>
                      </a:solidFill>
                      <a:prstDash val="solid"/>
                      <a:round/>
                      <a:headEnd type="none" w="med" len="med"/>
                      <a:tailEnd type="none" w="med" len="med"/>
                    </a:lnT>
                    <a:lnB w="720" cap="flat">
                      <a:solidFill>
                        <a:srgbClr val="FFFFFF"/>
                      </a:solidFill>
                      <a:prstDash val="solid"/>
                      <a:round/>
                      <a:headEnd type="none" w="med" len="med"/>
                      <a:tailEnd type="none" w="med" len="med"/>
                    </a:lnB>
                    <a:lnTlToBr>
                      <a:noFill/>
                      <a:headEnd type="none"/>
                      <a:tailEnd type="none"/>
                    </a:lnTlToBr>
                    <a:lnBlToTr>
                      <a:noFill/>
                      <a:headEnd type="none"/>
                      <a:tailEnd type="none"/>
                    </a:lnBlToTr>
                    <a:solidFill>
                      <a:srgbClr val="CCCCCC"/>
                    </a:solidFill>
                  </a:tcPr>
                </a:tc>
              </a:tr>
            </a:tbl>
          </a:graphicData>
        </a:graphic>
      </p:graphicFrame>
    </p:spTree>
  </p:cSld>
  <p:clrMapOvr>
    <a:masterClrMapping/>
  </p:clrMapOvr>
  <p:transition spd="med"/>
  <p:timing>
    <p:tnLst>
      <p:par>
        <p:cTn dur="indefinite" id="1" nodeType="tmRoot">
          <p:childTnLst>
            <p:seq concurrent="1" nextAc="seek">
              <p:cTn dur="indefinite" id="2" nodeType="mainSeq">
                <p:childTnLst>
                  <p:par>
                    <p:cTn fill="hold" id="3" nodeType="clickPar">
                      <p:stCondLst>
                        <p:cond delay="indefinite"/>
                      </p:stCondLst>
                      <p:childTnLst>
                        <p:par>
                          <p:cTn fill="hold" id="4" nodeType="withGroup">
                            <p:stCondLst>
                              <p:cond delay="0"/>
                            </p:stCondLst>
                            <p:childTnLst>
                              <p:par>
                                <p:cTn fill="hold" id="5" nodeType="clickEffect" presetClass="entr" presetID="1">
                                  <p:stCondLst>
                                    <p:cond delay="0"/>
                                  </p:stCondLst>
                                  <p:childTnLst>
                                    <p:set>
                                      <p:cBhvr additive="repl">
                                        <p:cTn dur="1" fill="hold" id="6">
                                          <p:stCondLst>
                                            <p:cond delay="0"/>
                                          </p:stCondLst>
                                        </p:cTn>
                                        <p:tgtEl>
                                          <p:spTgt spid="6145">
                                            <p:txEl>
                                              <p:pRg st="0" end="0"/>
                                            </p:txEl>
                                          </p:spTgt>
                                        </p:tgtEl>
                                        <p:attrNameLst>
                                          <p:attrName>style.visibility</p:attrName>
                                        </p:attrNameLst>
                                      </p:cBhvr>
                                      <p:to>
                                        <p:strVal val="visible"/>
                                      </p:to>
                                    </p:set>
                                  </p:childTnLst>
                                </p:cTn>
                              </p:par>
                            </p:childTnLst>
                          </p:cTn>
                        </p:par>
                      </p:childTnLst>
                    </p:cTn>
                  </p:par>
                  <p:par>
                    <p:cTn fill="hold" id="7" nodeType="clickPar">
                      <p:stCondLst>
                        <p:cond delay="indefinite"/>
                      </p:stCondLst>
                      <p:childTnLst>
                        <p:par>
                          <p:cTn fill="hold" id="8" nodeType="withGroup">
                            <p:stCondLst>
                              <p:cond delay="0"/>
                            </p:stCondLst>
                            <p:childTnLst>
                              <p:par>
                                <p:cTn fill="hold" id="9" nodeType="clickEffect" presetClass="entr" presetID="1">
                                  <p:stCondLst>
                                    <p:cond delay="0"/>
                                  </p:stCondLst>
                                  <p:childTnLst>
                                    <p:set>
                                      <p:cBhvr additive="repl">
                                        <p:cTn dur="1" fill="hold" id="10">
                                          <p:stCondLst>
                                            <p:cond delay="0"/>
                                          </p:stCondLst>
                                        </p:cTn>
                                        <p:tgtEl>
                                          <p:spTgt spid="614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a:gradFill>
      </a:fillStyleLst>
      <a:lnStyleLst>
        <a:ln w="6350" cap="flat">
          <a:solidFill>
            <a:schemeClr val="phClr"/>
          </a:solidFill>
          <a:prstDash val="solid"/>
          <a:miter/>
          <a:headEnd type="none"/>
          <a:tailEnd type="none"/>
        </a:ln>
        <a:ln w="12700" cap="flat">
          <a:solidFill>
            <a:schemeClr val="phClr"/>
          </a:solidFill>
          <a:prstDash val="solid"/>
          <a:miter/>
          <a:headEnd type="none"/>
          <a:tailEnd type="none"/>
        </a:ln>
        <a:ln w="19050" cap="flat">
          <a:solidFill>
            <a:schemeClr val="phClr"/>
          </a:solidFill>
          <a:prstDash val="solid"/>
          <a:miter/>
          <a:headEnd type="none"/>
          <a:tailEnd type="none"/>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a:gradFill>
      </a:bgFillStyleLst>
    </a:fmtScheme>
  </a:themeElements>
</a:theme>
</file>

<file path=docProps/app.xml><?xml version="1.0" encoding="utf-8"?>
<Properties xmlns="http://schemas.openxmlformats.org/officeDocument/2006/extended-properties">
  <Application>Microsoft Office PowerPoint</Application>
  <Characters>0</Characters>
  <Lines>0</Lines>
  <MMClips>0</MMClips>
  <Notes>3</Notes>
  <Pages>0</Pages>
  <Paragraphs>14</Paragraphs>
  <PresentationFormat>Custom</PresentationFormat>
  <HiddenSlides>0</HiddenSlides>
  <LinksUpToDate>false</LinksUpToDate>
  <ScaleCrop>false</ScaleCrop>
  <Slides>3</Slides>
  <TotalTime>0</TotalTime>
  <Words>231</Words>
  <AppVersion>16.0000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dc:description/>
  <dc:subject/>
  <cp:revision>1</cp:revision>
  <cp:lastPrinted>1601-01-01T00:00:00Z</cp:lastPrinted>
  <dc:title>Lorem ipsum</dc:title>
</cp:coreProperties>
</file>