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vnd.openxmlformats-officedocument.presentationml.slideLayout+xml"/>
  <Override PartName="/docProps/app.xml" ContentType="application/vnd.openxmlformats-officedocument.extended-properties+xml"/>
  <Override PartName="/docProps/core.xml" ContentType="application/vnd.openxmlformats-package.core-properties+xml"/>
  <Override PartName="/ppt/commentAuthors.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&#65279;<?xml version="1.0" encoding="utf-8" standalone="yes"?><Relationships xmlns="http://schemas.openxmlformats.org/package/2006/relationships"><Relationship Id="DeterministicId1" Type="http://schemas.openxmlformats.org/officeDocument/2006/relationships/extended-properties" Target="docProps/app.xml" /><Relationship Id="DeterministicId2" Type="http://schemas.openxmlformats.org/officeDocument/2006/relationships/officeDocument" Target="ppt/presentation.xml" /><Relationship Id="DeterministicId3" Type="http://schemas.openxmlformats.org/package/2006/relationships/metadata/core-properties" Target="docProps/core.xml" /><Relationship Id="DeterministicId4"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DeterministicId6"/>
    <p:sldMasterId id="2147483649" r:id="DeterministicId7"/>
  </p:sldMasterIdLst>
  <p:notesMasterIdLst>
    <p:notesMasterId r:id="DeterministicId1"/>
  </p:notesMasterIdLst>
  <p:sldIdLst>
    <p:sldId id="256" r:id="DeterministicId3"/>
    <p:sldId id="257" r:id="DeterministicId4"/>
    <p:sldId id="258" r:id="DeterministicId5"/>
  </p:sldIdLst>
  <p:sldSz cx="10080625" cy="7559675" type="custom"/>
  <p:notesSz cx="7559675" cy="10691813"/>
  <p:defaultTextStyle>
    <a:defPPr defTabSz="457200">
      <a:defRPr lang="en-GB" dirty="0"/>
    </a:defPPr>
    <a:lvl1pPr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1pPr>
    <a:lvl2pPr marL="742950" indent="-28575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2pPr>
    <a:lvl3pPr marL="11430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3pPr>
    <a:lvl4pPr marL="16002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4pPr>
    <a:lvl5pPr marL="20574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5pPr>
    <a:lvl6pPr marL="2286000" rtl="0" algn="l" defTabSz="914400">
      <a:defRPr kern="1200" dirty="0">
        <a:solidFill>
          <a:schemeClr val="tx1"/>
        </a:solidFill>
        <a:latin typeface="Arial"/>
        <a:ea typeface="+mn-ea"/>
        <a:cs typeface="Droid Sans Fallback"/>
      </a:defRPr>
    </a:lvl6pPr>
    <a:lvl7pPr marL="2743200" rtl="0" algn="l" defTabSz="914400">
      <a:defRPr kern="1200" dirty="0">
        <a:solidFill>
          <a:schemeClr val="tx1"/>
        </a:solidFill>
        <a:latin typeface="Arial"/>
        <a:ea typeface="+mn-ea"/>
        <a:cs typeface="Droid Sans Fallback"/>
      </a:defRPr>
    </a:lvl7pPr>
    <a:lvl8pPr marL="3200400" rtl="0" algn="l" defTabSz="914400">
      <a:defRPr kern="1200" dirty="0">
        <a:solidFill>
          <a:schemeClr val="tx1"/>
        </a:solidFill>
        <a:latin typeface="Arial"/>
        <a:ea typeface="+mn-ea"/>
        <a:cs typeface="Droid Sans Fallback"/>
      </a:defRPr>
    </a:lvl8pPr>
    <a:lvl9pPr marL="3657600" rtl="0" algn="l" defTabSz="914400">
      <a:defRPr kern="1200" dirty="0">
        <a:solidFill>
          <a:schemeClr val="tx1"/>
        </a:solidFill>
        <a:latin typeface="Arial"/>
        <a:ea typeface="+mn-ea"/>
        <a:cs typeface="Droid Sans Fallback"/>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40" d="100"/>
          <a:sy n="140" d="100"/>
        </p:scale>
        <p:origin x="4458" y="126"/>
      </p:cViewPr>
      <p:guideLst>
        <p:guide orient="horz" pos="2160"/>
        <p:guide pos="2880"/>
      </p:guideLst>
    </p:cSldViewPr>
  </p:slideViewPr>
  <p:outlineViewPr>
    <p:cViewPr varScale="1">
      <p:scale>
        <a:sx n="170" d="200"/>
        <a:sy n="170" d="200"/>
      </p:scale>
      <p:origin x="-780" y="-84"/>
    </p:cViewPr>
  </p:outlineViewPr>
  <p:notesTextViewPr>
    <p:cViewPr>
      <p:scale>
        <a:sx n="1" d="1"/>
        <a:sy n="1" d="1"/>
      </p:scale>
      <p:origin x="0" y="0"/>
    </p:cViewPr>
  </p:notesTextViewPr>
  <p:notesViewPr>
    <p:cSldViewPr>
      <p:cViewPr varScale="1">
        <p:scale>
          <a:sx n="59" d="100"/>
          <a:sy n="59" d="100"/>
        </p:scale>
        <p:origin x="-1752" y="-72"/>
      </p:cViewPr>
      <p:guideLst>
        <p:guide orient="horz" pos="2880"/>
        <p:guide pos="2160"/>
      </p:guideLst>
    </p:cSldViewPr>
  </p:notesViewPr>
  <p:gridSpacing cx="72008" cy="72008"/>
</p:viewPr>
</file>

<file path=ppt/_rels/presentation.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presProps" Target="presProps.xml" /><Relationship Id="DeterministicId3" Type="http://schemas.openxmlformats.org/officeDocument/2006/relationships/slide" Target="slides/slide1.xml" /><Relationship Id="DeterministicId4" Type="http://schemas.openxmlformats.org/officeDocument/2006/relationships/slide" Target="slides/slide2.xml" /><Relationship Id="DeterministicId5" Type="http://schemas.openxmlformats.org/officeDocument/2006/relationships/slide" Target="slides/slide3.xml" /><Relationship Id="DeterministicId6" Type="http://schemas.openxmlformats.org/officeDocument/2006/relationships/slideMaster" Target="slideMasters/slideMaster1.xml" /><Relationship Id="DeterministicId7" Type="http://schemas.openxmlformats.org/officeDocument/2006/relationships/slideMaster" Target="slideMasters/slideMaster2.xml" /><Relationship Id="DeterministicId8" Type="http://schemas.openxmlformats.org/officeDocument/2006/relationships/tableStyles" Target="tableStyles.xml" /><Relationship Id="DeterministicId9" Type="http://schemas.openxmlformats.org/officeDocument/2006/relationships/theme" Target="theme/theme1.xml" /><Relationship Id="DeterministicId10" Type="http://schemas.openxmlformats.org/officeDocument/2006/relationships/viewProps" Target="viewProps.xml" /></Relationships>
</file>

<file path=ppt/notesMasters/_rels/notesMaster1.xml.rels>&#65279;<?xml version="1.0" encoding="utf-8" standalone="yes"?><Relationships xmlns="http://schemas.openxmlformats.org/package/2006/relationships"><Relationship Id="DeterministicId1" Type="http://schemas.openxmlformats.org/officeDocument/2006/relationships/theme" Target="/ppt/theme/theme3.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73" name="Rectangle 1"/>
          <p:cNvSpPr>
            <a:spLocks noGrp="1"/>
          </p:cNvSpPr>
          <p:nvPr>
            <p:ph type="sldImg"/>
          </p:nvPr>
        </p:nvSpPr>
        <p:spPr bwMode="auto">
          <a:xfrm>
            <a:off x="1484313" y="900113"/>
            <a:ext cx="4587875" cy="3440112"/>
          </a:xfrm>
          <a:prstGeom prst="rect">
            <a:avLst/>
          </a:prstGeom>
          <a:noFill/>
          <a:ln>
            <a:noFill/>
            <a:headEnd type="none"/>
            <a:tailEnd type="none"/>
          </a:ln>
          <a:effectLst/>
        </p:spPr>
        <p:txBody>
          <a:bodyPr wrap="square"/>
          <a:lstStyle/>
          <a:p/>
        </p:txBody>
      </p:sp>
      <p:sp>
        <p:nvSpPr>
          <p:cNvPr id="3074" name="Rectangle 2"/>
          <p:cNvSpPr>
            <a:spLocks noGrp="1"/>
          </p:cNvSpPr>
          <p:nvPr>
            <p:ph type="body"/>
          </p:nvPr>
        </p:nvSpPr>
        <p:spPr bwMode="auto">
          <a:xfrm>
            <a:off x="720725" y="4679950"/>
            <a:ext cx="6118225" cy="5038725"/>
          </a:xfrm>
          <a:prstGeom prst="rect">
            <a:avLst/>
          </a:prstGeom>
          <a:noFill/>
          <a:ln>
            <a:noFill/>
            <a:headEnd type="none"/>
            <a:tailEnd type="none"/>
          </a:ln>
          <a:effectLst/>
        </p:spPr>
        <p:txBody>
          <a:bodyPr numCol="1" lIns="0" tIns="0" rIns="0" bIns="0" anchor="t" wrap="square">
            <a:prstTxWarp prst="textNoShape">
              <a:avLst/>
            </a:prstTxWarp>
          </a:bodyPr>
          <a:lstStyle/>
          <a:p>
            <a:pPr/>
            <a:endParaRPr altLang="en-US" lang="en-US" dirty="0"/>
          </a:p>
        </p:txBody>
      </p:sp>
      <p:sp>
        <p:nvSpPr>
          <p:cNvPr id="3075" name="Rectangle 3"/>
          <p:cNvSpPr>
            <a:spLocks noGrp="1"/>
          </p:cNvSpPr>
          <p:nvPr>
            <p:ph type="hdr"/>
          </p:nvPr>
        </p:nvSpPr>
        <p:spPr bwMode="auto">
          <a:xfrm>
            <a:off x="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6" name="Rectangle 4"/>
          <p:cNvSpPr>
            <a:spLocks noGrp="1"/>
          </p:cNvSpPr>
          <p:nvPr>
            <p:ph type="dt"/>
          </p:nvPr>
        </p:nvSpPr>
        <p:spPr bwMode="auto">
          <a:xfrm>
            <a:off x="427990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7" name="Rectangle 5"/>
          <p:cNvSpPr>
            <a:spLocks noGrp="1"/>
          </p:cNvSpPr>
          <p:nvPr>
            <p:ph type="ftr"/>
          </p:nvPr>
        </p:nvSpPr>
        <p:spPr bwMode="auto">
          <a:xfrm>
            <a:off x="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8" name="Rectangle 6"/>
          <p:cNvSpPr>
            <a:spLocks noGrp="1"/>
          </p:cNvSpPr>
          <p:nvPr>
            <p:ph type="sldNum"/>
          </p:nvPr>
        </p:nvSpPr>
        <p:spPr bwMode="auto">
          <a:xfrm>
            <a:off x="427990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fld id="{77D45E74-418F-4FE2-8238-23C006C818F5}"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notesStyle>
    <a:lvl1pPr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1pPr>
    <a:lvl2pPr marL="742950" indent="-28575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2pPr>
    <a:lvl3pPr marL="11430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3pPr>
    <a:lvl4pPr marL="16002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4pPr>
    <a:lvl5pPr marL="20574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5pPr>
    <a:lvl6pPr marL="2286000" rtl="0" algn="l" defTabSz="914400">
      <a:defRPr sz="1200" kern="1200" dirty="0">
        <a:solidFill>
          <a:schemeClr val="dk1"/>
        </a:solidFill>
        <a:latin typeface="+mn-lt"/>
        <a:ea typeface="+mn-ea"/>
        <a:cs typeface="+mn-cs"/>
      </a:defRPr>
    </a:lvl6pPr>
    <a:lvl7pPr marL="2743200" rtl="0" algn="l" defTabSz="914400">
      <a:defRPr sz="1200" kern="1200" dirty="0">
        <a:solidFill>
          <a:schemeClr val="dk1"/>
        </a:solidFill>
        <a:latin typeface="+mn-lt"/>
        <a:ea typeface="+mn-ea"/>
        <a:cs typeface="+mn-cs"/>
      </a:defRPr>
    </a:lvl7pPr>
    <a:lvl8pPr marL="3200400" rtl="0" algn="l" defTabSz="914400">
      <a:defRPr sz="1200" kern="1200" dirty="0">
        <a:solidFill>
          <a:schemeClr val="dk1"/>
        </a:solidFill>
        <a:latin typeface="+mn-lt"/>
        <a:ea typeface="+mn-ea"/>
        <a:cs typeface="+mn-cs"/>
      </a:defRPr>
    </a:lvl8pPr>
    <a:lvl9pPr marL="3657600" rtl="0" algn="l" defTabSz="914400">
      <a:defRPr sz="1200" kern="1200" dirty="0">
        <a:solidFill>
          <a:schemeClr val="dk1"/>
        </a:solidFill>
        <a:latin typeface="+mn-lt"/>
        <a:ea typeface="+mn-ea"/>
        <a:cs typeface="+mn-cs"/>
      </a:defRPr>
    </a:lvl9pPr>
  </p:notesStyle>
</p:notesMaster>
</file>

<file path=ppt/notesSlides/_rels/notesSlide1.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1.xml" /></Relationships>
</file>

<file path=ppt/notesSlides/_rels/notesSlide2.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2.xml" /></Relationships>
</file>

<file path=ppt/notesSlides/_rels/notesSlide3.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ED209DE0-E5C1-44D8-9BF0-9DA0706D5D5A}" type="slidenum">
              <a:rPr altLang="en-US" lang="en-US" dirty="0"/>
              <a:t>1</a:t>
            </a:fld>
            <a:endParaRPr altLang="en-US" lang="en-US" dirty="0"/>
          </a:p>
        </p:txBody>
      </p:sp>
      <p:sp>
        <p:nvSpPr>
          <p:cNvPr id="7169"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7170"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D3180D40-A7F3-46EA-9D95-08FD84A953D8}" type="slidenum">
              <a:rPr altLang="en-US" lang="en-US" dirty="0"/>
              <a:t>2</a:t>
            </a:fld>
            <a:endParaRPr altLang="en-US" lang="en-US" dirty="0"/>
          </a:p>
        </p:txBody>
      </p:sp>
      <p:sp>
        <p:nvSpPr>
          <p:cNvPr id="8193"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8194"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7C25B1CD-B6D6-4478-8D13-63254DE94956}" type="slidenum">
              <a:rPr altLang="en-US" lang="en-US" dirty="0"/>
              <a:t>3</a:t>
            </a:fld>
            <a:endParaRPr altLang="en-US" lang="en-US" dirty="0"/>
          </a:p>
        </p:txBody>
      </p:sp>
      <p:sp>
        <p:nvSpPr>
          <p:cNvPr id="9217"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9218"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slideLayouts/_rels/slideLayout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2.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3.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4.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5.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6.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7.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8.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9.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0.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4.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5.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6.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7.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8.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9.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0.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1.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3DEA7D2A-4504-413F-BFD8-59CEE923DA6D}" type="slidenum">
              <a:rPr altLang="en-US" lang="en-US" dirty="0"/>
              <a:t>‹#›</a:t>
            </a:fld>
            <a:endParaRPr altLang="en-US"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F1E9BB08-6AAD-4D84-BBA5-270EB43AF3FD}" type="slidenum">
              <a:rPr altLang="en-US" lang="en-US" dirty="0"/>
              <a:t>‹#›</a:t>
            </a:fld>
            <a:endParaRPr altLang="en-US"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2D0DE394-EFC4-4853-A286-0B0E7458D2A1}" type="slidenum">
              <a:rPr altLang="en-US" lang="en-US" dirty="0"/>
              <a:t>‹#›</a:t>
            </a:fld>
            <a:endParaRPr altLang="en-US"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768475"/>
            <a:ext cx="4457700"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3338" y="176847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51B427F-D222-446F-8359-C1E9E77F8E4D}" type="slidenum">
              <a:rPr altLang="en-US" lang="en-US" dirty="0"/>
              <a:t>‹#›</a:t>
            </a:fld>
            <a:endParaRPr altLang="en-US"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3565C0A3-F648-422C-8E80-24D0C51AA28F}" type="slidenum">
              <a:rPr altLang="en-US" lang="en-US" dirty="0"/>
              <a:t>‹#›</a:t>
            </a:fld>
            <a:endParaRPr altLang="en-US"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A34AAF13-2538-4197-9A74-84D4481440DB}" type="slidenum">
              <a:rPr altLang="en-US" lang="en-US" dirty="0"/>
              <a:t>‹#›</a:t>
            </a:fld>
            <a:endParaRPr altLang="en-US"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66DF68A2-2AA1-4469-BD06-8546AA61ABC1}" type="slidenum">
              <a:rPr altLang="en-US" lang="en-US" dirty="0"/>
              <a:t>‹#›</a:t>
            </a:fld>
            <a:endParaRPr altLang="en-US"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4C27293-2F22-4378-98B1-6A19C8FB085D}" type="slidenum">
              <a:rPr altLang="en-US" lang="en-US" dirty="0"/>
              <a:t>‹#›</a:t>
            </a:fld>
            <a:endParaRPr altLang="en-US"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2AA9B043-0E6A-402B-9E15-6AD8041BB753}" type="slidenum">
              <a:rPr altLang="en-US" lang="en-US" dirty="0"/>
              <a:t>‹#›</a:t>
            </a:fld>
            <a:endParaRPr altLang="en-US"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217C83D5-73AA-4F31-BF24-8AFEC62F5A85}" type="slidenum">
              <a:rPr altLang="en-US" lang="en-US" dirty="0"/>
              <a:t>‹#›</a:t>
            </a:fld>
            <a:endParaRPr altLang="en-US"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5675" y="301625"/>
            <a:ext cx="2266950" cy="5849938"/>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301625"/>
            <a:ext cx="6650037" cy="5849938"/>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6F50A054-06FE-432B-9E96-162FDB29952A}" type="slidenum">
              <a:rPr altLang="en-US" lang="en-US" dirty="0"/>
              <a:t>‹#›</a:t>
            </a:fld>
            <a:endParaRPr altLang="en-US"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96FE76DF-DCFA-4D62-8523-79356EAEAD28}" type="slidenum">
              <a:rPr altLang="en-US" lang="en-US" dirty="0"/>
              <a:t>‹#›</a:t>
            </a:fld>
            <a:endParaRPr altLang="en-US"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80258B11-B43E-4E8C-9763-5FBF250EFDBF}" type="slidenum">
              <a:rPr altLang="en-US" lang="en-US" dirty="0"/>
              <a:t>‹#›</a:t>
            </a:fld>
            <a:endParaRPr altLang="en-US"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1780664F-CF03-49C8-97A7-ED1C403327FB}" type="slidenum">
              <a:rPr altLang="en-US" lang="en-US" dirty="0"/>
              <a:t>‹#›</a:t>
            </a:fld>
            <a:endParaRPr altLang="en-US"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80022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4925" y="1800225"/>
            <a:ext cx="4459288"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5B5E922C-190A-4095-A6E2-E8B33F0CCB23}" type="slidenum">
              <a:rPr altLang="en-US" lang="en-US" dirty="0"/>
              <a:t>‹#›</a:t>
            </a:fld>
            <a:endParaRPr altLang="en-US"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31186DF0-70D4-4B94-957B-28E207C42208}" type="slidenum">
              <a:rPr altLang="en-US" lang="en-US" dirty="0"/>
              <a:t>‹#›</a:t>
            </a:fld>
            <a:endParaRPr altLang="en-US"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6F5449CA-9FAC-49CF-BA0C-F12547F49C90}" type="slidenum">
              <a:rPr altLang="en-US" lang="en-US" dirty="0"/>
              <a:t>‹#›</a:t>
            </a:fld>
            <a:endParaRPr altLang="en-US"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7E5981D2-AC2E-4B05-B988-1E5A5DCD2D82}" type="slidenum">
              <a:rPr altLang="en-US" lang="en-US" dirty="0"/>
              <a:t>‹#›</a:t>
            </a:fld>
            <a:endParaRPr altLang="en-US"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C5EB3EC-804F-470F-9762-7AACFD4950D7}" type="slidenum">
              <a:rPr altLang="en-US" lang="en-US" dirty="0"/>
              <a:t>‹#›</a:t>
            </a:fld>
            <a:endParaRPr altLang="en-US"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3C08AC0-DBB3-4721-A386-B66CE9AE6D55}" type="slidenum">
              <a:rPr altLang="en-US" lang="en-US" dirty="0"/>
              <a:t>‹#›</a:t>
            </a:fld>
            <a:endParaRPr altLang="en-US"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559532C2-DAE3-4730-9795-DAE3C7C125A6}" type="slidenum">
              <a:rPr altLang="en-US" lang="en-US" dirty="0"/>
              <a:t>‹#›</a:t>
            </a:fld>
            <a:endParaRPr altLang="en-US"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7263" y="576263"/>
            <a:ext cx="2266950" cy="5607050"/>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576263"/>
            <a:ext cx="6651625" cy="5607050"/>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3C595242-84C3-4B7D-8705-9DC35E776080}" type="slidenum">
              <a:rPr altLang="en-US" lang="en-US" dirty="0"/>
              <a:t>‹#›</a:t>
            </a:fld>
            <a:endParaRPr altLang="en-US"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503238" y="576263"/>
            <a:ext cx="7197725" cy="719137"/>
          </a:xfrm>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xfrm>
            <a:off x="503238" y="6886575"/>
            <a:ext cx="2346325" cy="519113"/>
          </a:xfrm>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xfrm>
            <a:off x="3448050" y="6886575"/>
            <a:ext cx="3194050" cy="519113"/>
          </a:xfrm>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xfrm>
            <a:off x="7226300" y="6886575"/>
            <a:ext cx="2346325" cy="519113"/>
          </a:xfrm>
          <a:ln>
            <a:headEnd type="none"/>
            <a:tailEnd type="none"/>
          </a:ln>
        </p:spPr>
        <p:txBody>
          <a:bodyPr wrap="square"/>
          <a:lstStyle>
            <a:lvl1pPr/>
          </a:lstStyle>
          <a:p>
            <a:pPr/>
            <a:fld id="{EBC9A6D1-EF53-49A3-8028-3C6197DA8AE9}" type="slidenum">
              <a:rPr altLang="en-US" lang="en-US" dirty="0"/>
              <a:t>‹#›</a:t>
            </a:fld>
            <a:endParaRPr altLang="en-US" lang="en-US" dirty="0"/>
          </a:p>
        </p:txBody>
      </p:sp>
    </p:spTree>
  </p:cSld>
  <p:clrMapOvr>
    <a:masterClrMapping/>
  </p:clrMapOvr>
</p:sldLayout>
</file>

<file path=ppt/slideMasters/_rels/slideMaster1.xml.rels>&#65279;<?xml version="1.0" encoding="utf-8" standalone="yes"?><Relationships xmlns="http://schemas.openxmlformats.org/package/2006/relationships"><Relationship Id="DeterministicId1" Type="http://schemas.openxmlformats.org/officeDocument/2006/relationships/slideLayout" Target="../slideLayouts/slideLayout1.xml" /><Relationship Id="DeterministicId2" Type="http://schemas.openxmlformats.org/officeDocument/2006/relationships/slideLayout" Target="../slideLayouts/slideLayout10.xml" /><Relationship Id="DeterministicId3" Type="http://schemas.openxmlformats.org/officeDocument/2006/relationships/slideLayout" Target="../slideLayouts/slideLayout11.xml" /><Relationship Id="DeterministicId4" Type="http://schemas.openxmlformats.org/officeDocument/2006/relationships/slideLayout" Target="../slideLayouts/slideLayout2.xml" /><Relationship Id="DeterministicId5" Type="http://schemas.openxmlformats.org/officeDocument/2006/relationships/slideLayout" Target="../slideLayouts/slideLayout3.xml" /><Relationship Id="DeterministicId6" Type="http://schemas.openxmlformats.org/officeDocument/2006/relationships/slideLayout" Target="../slideLayouts/slideLayout4.xml" /><Relationship Id="DeterministicId7" Type="http://schemas.openxmlformats.org/officeDocument/2006/relationships/slideLayout" Target="../slideLayouts/slideLayout5.xml" /><Relationship Id="DeterministicId8" Type="http://schemas.openxmlformats.org/officeDocument/2006/relationships/slideLayout" Target="../slideLayouts/slideLayout6.xml" /><Relationship Id="DeterministicId9" Type="http://schemas.openxmlformats.org/officeDocument/2006/relationships/slideLayout" Target="../slideLayouts/slideLayout7.xml" /><Relationship Id="DeterministicId10" Type="http://schemas.openxmlformats.org/officeDocument/2006/relationships/slideLayout" Target="../slideLayouts/slideLayout8.xml" /><Relationship Id="DeterministicId11" Type="http://schemas.openxmlformats.org/officeDocument/2006/relationships/slideLayout" Target="../slideLayouts/slideLayout9.xml" /><Relationship Id="DeterministicId12" Type="http://schemas.openxmlformats.org/officeDocument/2006/relationships/theme" Target="/ppt/theme/theme1.xml" /></Relationships>
</file>

<file path=ppt/slideMasters/_rels/slideMaster2.xml.rels>&#65279;<?xml version="1.0" encoding="utf-8" standalone="yes"?><Relationships xmlns="http://schemas.openxmlformats.org/package/2006/relationships"><Relationship Id="DeterministicId1" Type="http://schemas.openxmlformats.org/officeDocument/2006/relationships/image" Target="../media/image1.png" /><Relationship Id="DeterministicId2" Type="http://schemas.openxmlformats.org/officeDocument/2006/relationships/slideLayout" Target="../slideLayouts/slideLayout12.xml" /><Relationship Id="DeterministicId3" Type="http://schemas.openxmlformats.org/officeDocument/2006/relationships/slideLayout" Target="../slideLayouts/slideLayout13.xml" /><Relationship Id="DeterministicId4" Type="http://schemas.openxmlformats.org/officeDocument/2006/relationships/slideLayout" Target="../slideLayouts/slideLayout14.xml" /><Relationship Id="DeterministicId5" Type="http://schemas.openxmlformats.org/officeDocument/2006/relationships/slideLayout" Target="../slideLayouts/slideLayout15.xml" /><Relationship Id="DeterministicId6" Type="http://schemas.openxmlformats.org/officeDocument/2006/relationships/slideLayout" Target="../slideLayouts/slideLayout16.xml" /><Relationship Id="DeterministicId7" Type="http://schemas.openxmlformats.org/officeDocument/2006/relationships/slideLayout" Target="../slideLayouts/slideLayout17.xml" /><Relationship Id="DeterministicId8" Type="http://schemas.openxmlformats.org/officeDocument/2006/relationships/slideLayout" Target="../slideLayouts/slideLayout18.xml" /><Relationship Id="DeterministicId9" Type="http://schemas.openxmlformats.org/officeDocument/2006/relationships/slideLayout" Target="../slideLayouts/slideLayout19.xml" /><Relationship Id="DeterministicId10" Type="http://schemas.openxmlformats.org/officeDocument/2006/relationships/slideLayout" Target="../slideLayouts/slideLayout20.xml" /><Relationship Id="DeterministicId11" Type="http://schemas.openxmlformats.org/officeDocument/2006/relationships/slideLayout" Target="../slideLayouts/slideLayout21.xml" /><Relationship Id="DeterministicId12" Type="http://schemas.openxmlformats.org/officeDocument/2006/relationships/slideLayout" Target="../slideLayouts/slideLayout22.xml" /><Relationship Id="DeterministicId13" Type="http://schemas.openxmlformats.org/officeDocument/2006/relationships/slideLayout" Target="../slideLayouts/slideLayout23.xml" /><Relationship Id="DeterministicId14" Type="http://schemas.openxmlformats.org/officeDocument/2006/relationships/theme" Target="/ppt/theme/theme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Rectangle 1"/>
          <p:cNvSpPr>
            <a:spLocks noGrp="1"/>
          </p:cNvSpPr>
          <p:nvPr>
            <p:ph type="title"/>
          </p:nvPr>
        </p:nvSpPr>
        <p:spPr bwMode="auto">
          <a:xfrm>
            <a:off x="503238" y="301625"/>
            <a:ext cx="9069387" cy="1260475"/>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1026" name="Rectangle 2"/>
          <p:cNvSpPr>
            <a:spLocks noGrp="1"/>
          </p:cNvSpPr>
          <p:nvPr>
            <p:ph type="body" idx="1"/>
          </p:nvPr>
        </p:nvSpPr>
        <p:spPr bwMode="auto">
          <a:xfrm>
            <a:off x="503238" y="1768475"/>
            <a:ext cx="9069387" cy="4383088"/>
          </a:xfrm>
          <a:prstGeom prst="rect">
            <a:avLst/>
          </a:prstGeom>
          <a:noFill/>
          <a:ln>
            <a:noFill/>
            <a:headEnd type="none"/>
            <a:tailEnd type="none"/>
          </a:ln>
          <a:effectLst/>
        </p:spPr>
        <p:txBody>
          <a:bodyPr numCol="1" lIns="0" tIns="24192"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1027" name="Rectangle 3"/>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1028" name="Rectangle 4"/>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1029" name="Rectangle 5"/>
          <p:cNvSpPr>
            <a:spLocks noGrp="1"/>
          </p:cNvSpPr>
          <p:nvPr>
            <p:ph type="sldNum"/>
          </p:nvPr>
        </p:nvSpPr>
        <p:spPr bwMode="auto">
          <a:xfrm>
            <a:off x="722788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1EA33906-C89A-4086-968F-B0D6DAF1DF72}"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sldLayoutIdLst>
    <p:sldLayoutId id="2147483650" r:id="DeterministicId1"/>
    <p:sldLayoutId id="2147483651" r:id="DeterministicId4"/>
    <p:sldLayoutId id="2147483652" r:id="DeterministicId5"/>
    <p:sldLayoutId id="2147483653" r:id="DeterministicId6"/>
    <p:sldLayoutId id="2147483654" r:id="DeterministicId7"/>
    <p:sldLayoutId id="2147483655" r:id="DeterministicId8"/>
    <p:sldLayoutId id="2147483656" r:id="DeterministicId9"/>
    <p:sldLayoutId id="2147483657" r:id="DeterministicId10"/>
    <p:sldLayoutId id="2147483658" r:id="DeterministicId11"/>
    <p:sldLayoutId id="2147483659" r:id="DeterministicId2"/>
    <p:sldLayoutId id="2147483660" r:id="DeterministicId3"/>
  </p:sldLayoutIdLst>
  <p:txStyles>
    <p:titleStyle>
      <a:lvl1pPr rtl="0" algn="ctr" fontAlgn="base" defTabSz="457200">
        <a:lnSpc>
          <a:spcPct val="94000"/>
        </a:lnSpc>
        <a:spcBef>
          <a:spcPct val="0"/>
        </a:spcBef>
        <a:spcAft>
          <a:spcPct val="0"/>
        </a:spcAft>
        <a:buClr>
          <a:srgbClr val="000000"/>
        </a:buClr>
        <a:buSzPct val="100000"/>
        <a:buFont typeface="Times New Roman"/>
        <a:defRPr sz="4400" kern="1200" dirty="0">
          <a:solidFill>
            <a:srgbClr val="000000"/>
          </a:solidFill>
          <a:latin typeface="+mj-lt"/>
          <a:ea typeface="+mj-ea"/>
          <a:cs typeface="+mj-cs"/>
        </a:defRPr>
      </a:lvl1pPr>
      <a:lvl2pPr marL="742950" indent="-28575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2pPr>
      <a:lvl3pPr marL="1143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3pPr>
      <a:lvl4pPr marL="1600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4pPr>
      <a:lvl5pPr marL="20574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5pPr>
      <a:lvl6pPr marL="25146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6pPr>
      <a:lvl7pPr marL="29718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7pPr>
      <a:lvl8pPr marL="3429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8pPr>
      <a:lvl9pPr marL="3886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32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8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4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0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0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pic>
        <p:nvPicPr>
          <p:cNvPr id="2049" name="Picture 1"/>
          <p:cNvPicPr>
            <a:picLocks noChangeAspect="1"/>
          </p:cNvPicPr>
          <p:nvPr/>
        </p:nvPicPr>
        <p:blipFill>
          <a:blip r:embed="DeterministicId1">
            <a:lum/>
          </a:blip>
          <a:srcRect/>
          <a:stretch>
            <a:fillRect/>
          </a:stretch>
        </p:blipFill>
        <p:spPr bwMode="auto">
          <a:xfrm>
            <a:off x="0" y="0"/>
            <a:ext cx="10079038" cy="7559675"/>
          </a:xfrm>
          <a:prstGeom prst="rect">
            <a:avLst/>
          </a:prstGeom>
          <a:noFill/>
          <a:ln>
            <a:noFill/>
            <a:headEnd type="none"/>
            <a:tailEnd type="none"/>
          </a:ln>
          <a:effectLst/>
        </p:spPr>
      </p:pic>
      <p:sp>
        <p:nvSpPr>
          <p:cNvPr id="2050" name="Rectangle 2"/>
          <p:cNvSpPr>
            <a:spLocks noGrp="1"/>
          </p:cNvSpPr>
          <p:nvPr>
            <p:ph type="title"/>
          </p:nvPr>
        </p:nvSpPr>
        <p:spPr bwMode="auto">
          <a:xfrm>
            <a:off x="503238" y="576263"/>
            <a:ext cx="7197725" cy="719137"/>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2051" name="Rectangle 3"/>
          <p:cNvSpPr>
            <a:spLocks noGrp="1"/>
          </p:cNvSpPr>
          <p:nvPr>
            <p:ph type="body" idx="1"/>
          </p:nvPr>
        </p:nvSpPr>
        <p:spPr bwMode="auto">
          <a:xfrm>
            <a:off x="503238" y="1800225"/>
            <a:ext cx="9070975" cy="4383088"/>
          </a:xfrm>
          <a:prstGeom prst="rect">
            <a:avLst/>
          </a:prstGeom>
          <a:noFill/>
          <a:ln>
            <a:noFill/>
            <a:headEnd type="none"/>
            <a:tailEnd type="none"/>
          </a:ln>
          <a:effectLst/>
        </p:spPr>
        <p:txBody>
          <a:bodyPr numCol="1" lIns="0" tIns="19656"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2052" name="Rectangle 4"/>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2053" name="Rectangle 5"/>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2054" name="Rectangle 6"/>
          <p:cNvSpPr>
            <a:spLocks noGrp="1"/>
          </p:cNvSpPr>
          <p:nvPr>
            <p:ph type="sldNum"/>
          </p:nvPr>
        </p:nvSpPr>
        <p:spPr bwMode="auto">
          <a:xfrm>
            <a:off x="7226300"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340FA9FE-4DFB-495A-AF32-1B8DD53578E8}" type="slidenum">
              <a:rPr altLang="en-US" lang="en-US" dirty="0"/>
              <a:t>‹#›</a:t>
            </a:fld>
            <a:endParaRPr altLang="en-US" lang="en-US" dirty="0"/>
          </a:p>
        </p:txBody>
      </p:sp>
      <p:sp>
        <p:nvSpPr>
          <p:cNvPr id="2055" name="SyncfusionLicense"/>
          <p:cNvSpPr txBox="1">
            <a:spLocks noChangeArrowheads="1"/>
          </p:cNvSpPr>
          <p:nvPr/>
        </p:nvSpPr>
        <p:spPr>
          <a:xfrm rot="19980000">
            <a:off x="2151062" y="3462338"/>
            <a:ext cx="5778500" cy="635000"/>
          </a:xfrm>
          <a:prstGeom prst="rect">
            <a:avLst/>
          </a:prstGeom>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a:t>
            </a:r>
          </a:p>
        </p:txBody>
      </p:sp>
    </p:spTree>
  </p:cSld>
  <p:clrMap bg1="lt1" tx1="dk1" bg2="lt2" tx2="dk2" accent1="accent1" accent2="accent2" accent3="accent3" accent4="accent4" accent5="accent5" accent6="accent6" hlink="hlink" folHlink="folHlink"/>
  <p:sldLayoutIdLst>
    <p:sldLayoutId id="2147483661" r:id="DeterministicId2"/>
    <p:sldLayoutId id="2147483662" r:id="DeterministicId3"/>
    <p:sldLayoutId id="2147483663" r:id="DeterministicId4"/>
    <p:sldLayoutId id="2147483664" r:id="DeterministicId5"/>
    <p:sldLayoutId id="2147483665" r:id="DeterministicId6"/>
    <p:sldLayoutId id="2147483666" r:id="DeterministicId7"/>
    <p:sldLayoutId id="2147483667" r:id="DeterministicId8"/>
    <p:sldLayoutId id="2147483668" r:id="DeterministicId9"/>
    <p:sldLayoutId id="2147483669" r:id="DeterministicId10"/>
    <p:sldLayoutId id="2147483670" r:id="DeterministicId11"/>
    <p:sldLayoutId id="2147483671" r:id="DeterministicId12"/>
    <p:sldLayoutId id="2147483672" r:id="DeterministicId13"/>
  </p:sldLayoutIdLst>
  <p:txStyles>
    <p:titleStyle>
      <a:lvl1pPr rtl="0" algn="l" fontAlgn="base" defTabSz="457200">
        <a:lnSpc>
          <a:spcPct val="94000"/>
        </a:lnSpc>
        <a:spcBef>
          <a:spcPct val="0"/>
        </a:spcBef>
        <a:spcAft>
          <a:spcPct val="0"/>
        </a:spcAft>
        <a:buClr>
          <a:srgbClr val="000000"/>
        </a:buClr>
        <a:buSzPct val="100000"/>
        <a:buFont typeface="Times New Roman"/>
        <a:defRPr sz="3600" kern="1200" dirty="0">
          <a:solidFill>
            <a:srgbClr val="000000"/>
          </a:solidFill>
          <a:latin typeface="+mj-lt"/>
          <a:ea typeface="+mj-ea"/>
          <a:cs typeface="+mj-cs"/>
        </a:defRPr>
      </a:lvl1pPr>
      <a:lvl2pPr marL="742950" indent="-28575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2pPr>
      <a:lvl3pPr marL="1143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3pPr>
      <a:lvl4pPr marL="1600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4pPr>
      <a:lvl5pPr marL="20574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5pPr>
      <a:lvl6pPr marL="25146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6pPr>
      <a:lvl7pPr marL="29718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7pPr>
      <a:lvl8pPr marL="3429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8pPr>
      <a:lvl9pPr marL="3886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26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6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6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6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6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s/_rels/slide1.xml.rels>&#65279;<?xml version="1.0" encoding="utf-8" standalone="yes"?><Relationships xmlns="http://schemas.openxmlformats.org/package/2006/relationships"><Relationship Id="DeterministicId1" Type="http://schemas.openxmlformats.org/officeDocument/2006/relationships/hyperlink" Target="https://www.syncfusion.com/account/claim-license-key?pl=cG93ZXJwb2ludA==&amp;vs=MzUuMS4zNw==" TargetMode="External" /><Relationship Id="DeterministicId2" Type="http://schemas.openxmlformats.org/officeDocument/2006/relationships/notesSlide" Target="../notesSlides/notesSlide1.xml" /><Relationship Id="DeterministicId3" Type="http://schemas.openxmlformats.org/officeDocument/2006/relationships/slideLayout" Target="../slideLayouts/slideLayout23.xml" /></Relationships>
</file>

<file path=ppt/slides/_rels/slide2.xml.rels>&#65279;<?xml version="1.0" encoding="utf-8" standalone="yes"?><Relationships xmlns="http://schemas.openxmlformats.org/package/2006/relationships"><Relationship Id="DeterministicId1" Type="http://schemas.openxmlformats.org/officeDocument/2006/relationships/image" Target="../media/image2.emf" /><Relationship Id="DeterministicId2" Type="http://schemas.openxmlformats.org/officeDocument/2006/relationships/notesSlide" Target="../notesSlides/notesSlide2.xml" /><Relationship Id="DeterministicId3" Type="http://schemas.openxmlformats.org/officeDocument/2006/relationships/oleObject" Target="../embeddings/oleObject1.bin" /><Relationship Id="DeterministicId4" Type="http://schemas.openxmlformats.org/officeDocument/2006/relationships/slideLayout" Target="../slideLayouts/slideLayout13.xml" /></Relationships>
</file>

<file path=ppt/slides/_rels/slide3.xml.rels>&#65279;<?xml version="1.0" encoding="utf-8" standalone="yes"?><Relationships xmlns="http://schemas.openxmlformats.org/package/2006/relationships"><Relationship Id="DeterministicId1" Type="http://schemas.openxmlformats.org/officeDocument/2006/relationships/hyperlink" Target="https://www.syncfusion.com/account/claim-license-key?pl=cG93ZXJwb2ludA==&amp;vs=MzUuMS4zNw==" TargetMode="External" /><Relationship Id="DeterministicId2" Type="http://schemas.openxmlformats.org/officeDocument/2006/relationships/notesSlide" Target="../notesSlides/notesSlide3.xml" /><Relationship Id="DeterministicId3" Type="http://schemas.openxmlformats.org/officeDocument/2006/relationships/slideLayout" Target="../slideLayouts/slideLayout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7"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Lorem ipsum</a:t>
            </a:r>
          </a:p>
        </p:txBody>
      </p:sp>
      <p:sp>
        <p:nvSpPr>
          <p:cNvPr id="4098" name="Rectangle 2"/>
          <p:cNvSpPr>
            <a:spLocks noGrp="1"/>
          </p:cNvSpPr>
          <p:nvPr>
            <p:ph type="subTitle" idx="4294967295"/>
          </p:nvPr>
        </p:nvSpPr>
        <p:spPr bwMode="auto">
          <a:xfrm>
            <a:off x="503238" y="1800225"/>
            <a:ext cx="9072562" cy="4384675"/>
          </a:xfrm>
          <a:prstGeom prst="rect">
            <a:avLst/>
          </a:prstGeom>
          <a:noFill/>
          <a:ln>
            <a:headEnd type="none"/>
            <a:tailEnd type="none"/>
          </a:ln>
        </p:spPr>
        <p:txBody>
          <a:bodyPr lIns="0" tIns="11340" rIns="0" bIns="0" anchor="ctr" wrap="square"/>
          <a:lstStyle/>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Lorem ipsum dolor sit amet, consectetur adipiscing elit. Nunc ac faucibus odio. Vestibulum neque massa, scelerisque sit amet ligula eu, congue molestie mi. Praesent ut varius sem. Nullam at porttitor arcu, nec lacinia nisi. Ut ac dolor vitae odio interdum condimentum. Vivamus dapibus sodales ex, vitae malesuada ipsum cursus convallis. Maecenas sed egestas nulla, ac condimentum orci. Mauris diam felis, vulputate ac suscipit et, iaculis non est. Curabitur semper arcu ac ligula semper, nec luctus nisl blandit. Integer lacinia ante ac libero lobortis imperdiet. Nullam mollis convallis ipsum, ac accumsan nunc vehicula vitae. Nulla eget justo in felis tristique fringilla. Morbi sit amet tortor quis risus auctor condimentum. Morbi in ullamcorper elit. Nulla iaculis tellus sit amet mauris tempus fringilla.</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Maecenas mauris lectus, lobortis et purus mattis, blandit dictum tellus. Maecenas non lorem quis tellus placerat varius. Nulla facilisi. Aenean congue fringilla justo ut aliquam. Mauris id ex erat. Nunc vulputate neque vitae justo facilisis, non condimentum ante sagittis. Morbi viverra semper lorem nec molestie. Maecenas tincidunt est efficitur ligula euismod, sit amet ornare est vulputate.</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p:txBody>
      </p:sp>
      <p:sp>
        <p:nvSpPr>
          <p:cNvPr id="4099" name="SyncfusionLicense"/>
          <p:cNvSpPr txBox="1">
            <a:spLocks noChangeArrowheads="1"/>
          </p:cNvSpPr>
          <p:nvPr/>
        </p:nvSpPr>
        <p:spPr>
          <a:xfrm rot="0">
            <a:off x="0" y="6416675"/>
            <a:ext cx="10080625" cy="1143000"/>
          </a:xfrm>
          <a:prstGeom prst="rect">
            <a:avLst/>
          </a:prstGeom>
          <a:solidFill>
            <a:srgbClr val="FFFFFF"/>
          </a:solidFill>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 or registered the wrong key in your application. Click </a:t>
            </a:r>
            <a:r>
              <a:rPr dirty="0">
                <a:solidFill>
                  <a:srgbClr val="0000FF"/>
                </a:solidFill>
                <a:hlinkClick r:id="DeterministicId1" action="ppaction://hlinkfile">
                  <a:extLst>
                    <a:ext uri="{A12FA001-AC4F-418D-AE19-62706E023703}">
                      <ahyp:hlinkClr xmlns:ahyp="http://schemas.microsoft.com/office/drawing/2018/hyperlinkcolor" val="tx"/>
                    </a:ext>
                  </a:extLst>
                </a:hlinkClick>
              </a:rPr>
              <a:t>here</a:t>
            </a:r>
            <a:r>
              <a:rPr/>
              <a:t> to obtain the valid key.</a:t>
            </a:r>
          </a:p>
        </p:txBody>
      </p:sp>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4097">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4098">
                                            <p:txEl>
                                              <p:pRg st="0" end="0"/>
                                            </p:txEl>
                                          </p:spTgt>
                                        </p:tgtEl>
                                        <p:attrNameLst>
                                          <p:attrName>style.visibility</p:attrName>
                                        </p:attrNameLst>
                                      </p:cBhvr>
                                      <p:to>
                                        <p:strVal val="visible"/>
                                      </p:to>
                                    </p:set>
                                  </p:childTnLst>
                                </p:cTn>
                              </p:par>
                            </p:childTnLst>
                          </p:cTn>
                        </p:par>
                      </p:childTnLst>
                    </p:cTn>
                  </p:par>
                  <p:par>
                    <p:cTn fill="hold" id="11" nodeType="clickPar">
                      <p:stCondLst>
                        <p:cond delay="indefinite"/>
                      </p:stCondLst>
                      <p:childTnLst>
                        <p:par>
                          <p:cTn fill="hold" id="12" nodeType="withGroup">
                            <p:stCondLst>
                              <p:cond delay="0"/>
                            </p:stCondLst>
                            <p:childTnLst>
                              <p:par>
                                <p:cTn fill="hold" id="13" nodeType="clickEffect" presetClass="entr" presetID="1">
                                  <p:stCondLst>
                                    <p:cond delay="0"/>
                                  </p:stCondLst>
                                  <p:childTnLst>
                                    <p:set>
                                      <p:cBhvr additive="repl">
                                        <p:cTn dur="1" fill="hold" id="14">
                                          <p:stCondLst>
                                            <p:cond delay="0"/>
                                          </p:stCondLst>
                                        </p:cTn>
                                        <p:tgtEl>
                                          <p:spTgt spid="4098">
                                            <p:txEl>
                                              <p:pRg st="2" end="2"/>
                                            </p:txEl>
                                          </p:spTgt>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Chart</a:t>
            </a:r>
          </a:p>
        </p:txBody>
      </p:sp>
      <p:graphicFrame>
        <p:nvGraphicFramePr>
          <p:cNvPr id="5122" name="Object 2"/>
          <p:cNvGraphicFramePr/>
          <p:nvPr/>
        </p:nvGraphicFramePr>
        <p:xfrm>
          <a:off x="1693863" y="2487613"/>
          <a:ext cx="6865937" cy="3598862"/>
        </p:xfrm>
        <a:graphic>
          <a:graphicData uri="http://schemas.openxmlformats.org/presentationml/2006/ole">
            <p:oleObj r:id="DeterministicId3" imgW="6866280" imgH="3598920" progId="">
              <p:embed/>
              <p:pic>
                <p:nvPicPr>
                  <p:cNvPr id="0" name="Object 2"/>
                  <p:cNvPicPr>
                    <a:picLocks noChangeAspect="1"/>
                  </p:cNvPicPr>
                  <p:nvPr/>
                </p:nvPicPr>
                <p:blipFill>
                  <a:blip r:embed="DeterministicId1">
                    <a:lum/>
                  </a:blip>
                  <a:srcRect/>
                  <a:stretch>
                    <a:fillRect/>
                  </a:stretch>
                </p:blipFill>
                <p:spPr bwMode="auto">
                  <a:xfrm>
                    <a:off x="1693863" y="2487613"/>
                    <a:ext cx="6865937" cy="3598862"/>
                  </a:xfrm>
                  <a:prstGeom prst="rect">
                    <a:avLst/>
                  </a:prstGeom>
                  <a:noFill/>
                  <a:ln>
                    <a:headEnd type="none"/>
                    <a:tailEnd type="none"/>
                  </a:ln>
                  <a:effectLst/>
                </p:spPr>
              </p:pic>
            </p:oleObj>
          </a:graphicData>
        </a:graphic>
      </p:graphicFrame>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5121">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5122"/>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Table</a:t>
            </a:r>
          </a:p>
        </p:txBody>
      </p:sp>
      <p:graphicFrame>
        <p:nvGraphicFramePr>
          <p:cNvPr id="6146" name="Group 2"/>
          <p:cNvGraphicFramePr/>
          <p:nvPr/>
        </p:nvGraphicFramePr>
        <p:xfrm>
          <a:off x="503238" y="1800225"/>
          <a:ext cx="9074150" cy="3398838"/>
        </p:xfrm>
        <a:graphic>
          <a:graphicData uri="http://schemas.openxmlformats.org/drawingml/2006/table">
            <a:tbl>
              <a:tblPr>
                <a:tableStyleId>{5940675A-B579-460E-94D1-54222C63F5DA}</a:tableStyleId>
              </a:tblPr>
              <a:tblGrid>
                <a:gridCol w="1814512"/>
                <a:gridCol w="1814513"/>
                <a:gridCol w="1816100"/>
                <a:gridCol w="1814512"/>
                <a:gridCol w="1814513"/>
              </a:tblGrid>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roid Sans Fallback"/>
                        </a:rPr>
                        <a:t>Column 1</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2</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3</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4</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5</a:t>
                      </a:r>
                    </a:p>
                    <a:p>
                      <a:pPr marL="0" indent="0" rtl="0" algn="l" fontAlgn="base" defTabSz="457200">
                        <a:lnSpc>
                          <a:spcPct val="93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2400" b="0" i="0" u="none" strike="noStrike" cap="none" dirty="0">
                        <a:ln>
                          <a:noFill/>
                        </a:ln>
                        <a:solidFill>
                          <a:srgbClr val="000000"/>
                        </a:solidFill>
                        <a:effectLst/>
                        <a:latin typeface="Times New Roman"/>
                        <a:cs typeface="DejaVu Sans"/>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bl>
          </a:graphicData>
        </a:graphic>
      </p:graphicFrame>
      <p:sp>
        <p:nvSpPr>
          <p:cNvPr id="6147" name="SyncfusionLicense"/>
          <p:cNvSpPr txBox="1">
            <a:spLocks noChangeArrowheads="1"/>
          </p:cNvSpPr>
          <p:nvPr/>
        </p:nvSpPr>
        <p:spPr>
          <a:xfrm rot="0">
            <a:off x="0" y="6416675"/>
            <a:ext cx="10080625" cy="1143000"/>
          </a:xfrm>
          <a:prstGeom prst="rect">
            <a:avLst/>
          </a:prstGeom>
          <a:solidFill>
            <a:srgbClr val="FFFFFF"/>
          </a:solidFill>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 or registered the wrong key in your application. Click </a:t>
            </a:r>
            <a:r>
              <a:rPr dirty="0">
                <a:solidFill>
                  <a:srgbClr val="0000FF"/>
                </a:solidFill>
                <a:hlinkClick r:id="DeterministicId1" action="ppaction://hlinkfile">
                  <a:extLst>
                    <a:ext uri="{A12FA001-AC4F-418D-AE19-62706E023703}">
                      <ahyp:hlinkClr xmlns:ahyp="http://schemas.microsoft.com/office/drawing/2018/hyperlinkcolor" val="tx"/>
                    </a:ext>
                  </a:extLst>
                </a:hlinkClick>
              </a:rPr>
              <a:t>here</a:t>
            </a:r>
            <a:r>
              <a:rPr/>
              <a:t> to obtain the valid key.</a:t>
            </a:r>
          </a:p>
        </p:txBody>
      </p:sp>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6145">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6146"/>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theme/theme1.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Droid Sans Fallback"/>
      </a:majorFont>
      <a:minorFont>
        <a:latin typeface="Arial"/>
        <a:ea typeface=""/>
        <a:cs typeface="Droid Sans Fallback"/>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2.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WenQuanYi Zen Hei"/>
      </a:majorFont>
      <a:minorFont>
        <a:latin typeface="Arial"/>
        <a:ea typeface=""/>
        <a:cs typeface="WenQuanYi Zen 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docProps/app.xml><?xml version="1.0" encoding="utf-8"?>
<Properties xmlns="http://schemas.openxmlformats.org/officeDocument/2006/extended-properties">
  <Application>Microsoft Office PowerPoint</Application>
  <Characters>0</Characters>
  <Lines>0</Lines>
  <MMClips>0</MMClips>
  <Notes>3</Notes>
  <Pages>0</Pages>
  <Paragraphs>14</Paragraphs>
  <PresentationFormat>Custom</PresentationFormat>
  <HiddenSlides>0</HiddenSlides>
  <LinksUpToDate>false</LinksUpToDate>
  <ScaleCrop>false</ScaleCrop>
  <Slides>3</Slides>
  <TotalTime>0</TotalTime>
  <Words>231</Words>
  <AppVersion>16.0000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dc:description/>
  <dc:subject/>
  <cp:revision>1</cp:revision>
  <cp:lastPrinted>1601-01-01T00:00:00Z</cp:lastPrinted>
  <dc:title>Lorem ipsum</dc:title>
</cp:coreProperties>
</file>