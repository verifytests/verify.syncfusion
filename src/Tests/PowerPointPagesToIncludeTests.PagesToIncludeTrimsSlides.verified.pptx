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vnd.openxmlformats-officedocument.presentationml.slideLayout+xml"/>
  <Override PartName="/docProps/app.xml" ContentType="application/vnd.openxmlformats-officedocument.extended-properties+xml"/>
  <Override PartName="/docProps/core.xml" ContentType="application/vnd.openxmlformats-package.core-properties+xml"/>
  <Override PartName="/ppt/commentAuthors.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&#65279;<?xml version="1.0" encoding="utf-8" standalone="yes"?><Relationships xmlns="http://schemas.openxmlformats.org/package/2006/relationships"><Relationship Id="DeterministicId1" Type="http://schemas.openxmlformats.org/officeDocument/2006/relationships/extended-properties" Target="docProps/app.xml" /><Relationship Id="DeterministicId2" Type="http://schemas.openxmlformats.org/officeDocument/2006/relationships/officeDocument" Target="ppt/presentation.xml" /><Relationship Id="DeterministicId3" Type="http://schemas.openxmlformats.org/package/2006/relationships/metadata/core-properties" Target="docProps/core.xml" /><Relationship Id="DeterministicId4"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DeterministicId6"/>
    <p:sldMasterId id="2147483649" r:id="DeterministicId7"/>
  </p:sldMasterIdLst>
  <p:notesMasterIdLst>
    <p:notesMasterId r:id="DeterministicId1"/>
  </p:notesMasterIdLst>
  <p:sldIdLst>
    <p:sldId id="256" r:id="DeterministicId3"/>
    <p:sldId id="257" r:id="DeterministicId4"/>
    <p:sldId id="258" r:id="DeterministicId5"/>
  </p:sldIdLst>
  <p:sldSz cx="10080625" cy="7559675" type="custom"/>
  <p:notesSz cx="7559675" cy="10691813"/>
  <p:defaultTextStyle>
    <a:defPPr defTabSz="457200">
      <a:defRPr lang="en-GB" dirty="0"/>
    </a:defPPr>
    <a:lvl1pPr rtl="0" algn="l" fontAlgn="base" defTabSz="457200">
      <a:lnSpc>
        <a:spcPct val="94000"/>
      </a:lnSpc>
      <a:spcBef>
        <a:spcPct val="0"/>
      </a:spcBef>
      <a:spcAft>
        <a:spcPct val="0"/>
      </a:spcAft>
      <a:buClr>
        <a:srgbClr val="000000"/>
      </a:buClr>
      <a:buSzPct val="100000"/>
      <a:buFont typeface="Times New Roman"/>
      <a:defRPr kern="1200" dirty="0">
        <a:solidFill>
          <a:schemeClr val="tx1"/>
        </a:solidFill>
        <a:latin typeface="Arial"/>
        <a:ea typeface="+mn-ea"/>
        <a:cs typeface="Droid Sans Fallback"/>
      </a:defRPr>
    </a:lvl1pPr>
    <a:lvl2pPr marL="742950" indent="-285750" rtl="0" algn="l" fontAlgn="base" defTabSz="457200">
      <a:lnSpc>
        <a:spcPct val="94000"/>
      </a:lnSpc>
      <a:spcBef>
        <a:spcPct val="0"/>
      </a:spcBef>
      <a:spcAft>
        <a:spcPct val="0"/>
      </a:spcAft>
      <a:buClr>
        <a:srgbClr val="000000"/>
      </a:buClr>
      <a:buSzPct val="100000"/>
      <a:buFont typeface="Times New Roman"/>
      <a:defRPr kern="1200" dirty="0">
        <a:solidFill>
          <a:schemeClr val="tx1"/>
        </a:solidFill>
        <a:latin typeface="Arial"/>
        <a:ea typeface="+mn-ea"/>
        <a:cs typeface="Droid Sans Fallback"/>
      </a:defRPr>
    </a:lvl2pPr>
    <a:lvl3pPr marL="1143000" indent="-228600" rtl="0" algn="l" fontAlgn="base" defTabSz="457200">
      <a:lnSpc>
        <a:spcPct val="94000"/>
      </a:lnSpc>
      <a:spcBef>
        <a:spcPct val="0"/>
      </a:spcBef>
      <a:spcAft>
        <a:spcPct val="0"/>
      </a:spcAft>
      <a:buClr>
        <a:srgbClr val="000000"/>
      </a:buClr>
      <a:buSzPct val="100000"/>
      <a:buFont typeface="Times New Roman"/>
      <a:defRPr kern="1200" dirty="0">
        <a:solidFill>
          <a:schemeClr val="tx1"/>
        </a:solidFill>
        <a:latin typeface="Arial"/>
        <a:ea typeface="+mn-ea"/>
        <a:cs typeface="Droid Sans Fallback"/>
      </a:defRPr>
    </a:lvl3pPr>
    <a:lvl4pPr marL="1600200" indent="-228600" rtl="0" algn="l" fontAlgn="base" defTabSz="457200">
      <a:lnSpc>
        <a:spcPct val="94000"/>
      </a:lnSpc>
      <a:spcBef>
        <a:spcPct val="0"/>
      </a:spcBef>
      <a:spcAft>
        <a:spcPct val="0"/>
      </a:spcAft>
      <a:buClr>
        <a:srgbClr val="000000"/>
      </a:buClr>
      <a:buSzPct val="100000"/>
      <a:buFont typeface="Times New Roman"/>
      <a:defRPr kern="1200" dirty="0">
        <a:solidFill>
          <a:schemeClr val="tx1"/>
        </a:solidFill>
        <a:latin typeface="Arial"/>
        <a:ea typeface="+mn-ea"/>
        <a:cs typeface="Droid Sans Fallback"/>
      </a:defRPr>
    </a:lvl4pPr>
    <a:lvl5pPr marL="2057400" indent="-228600" rtl="0" algn="l" fontAlgn="base" defTabSz="457200">
      <a:lnSpc>
        <a:spcPct val="94000"/>
      </a:lnSpc>
      <a:spcBef>
        <a:spcPct val="0"/>
      </a:spcBef>
      <a:spcAft>
        <a:spcPct val="0"/>
      </a:spcAft>
      <a:buClr>
        <a:srgbClr val="000000"/>
      </a:buClr>
      <a:buSzPct val="100000"/>
      <a:buFont typeface="Times New Roman"/>
      <a:defRPr kern="1200" dirty="0">
        <a:solidFill>
          <a:schemeClr val="tx1"/>
        </a:solidFill>
        <a:latin typeface="Arial"/>
        <a:ea typeface="+mn-ea"/>
        <a:cs typeface="Droid Sans Fallback"/>
      </a:defRPr>
    </a:lvl5pPr>
    <a:lvl6pPr marL="2286000" rtl="0" algn="l" defTabSz="914400">
      <a:defRPr kern="1200" dirty="0">
        <a:solidFill>
          <a:schemeClr val="tx1"/>
        </a:solidFill>
        <a:latin typeface="Arial"/>
        <a:ea typeface="+mn-ea"/>
        <a:cs typeface="Droid Sans Fallback"/>
      </a:defRPr>
    </a:lvl6pPr>
    <a:lvl7pPr marL="2743200" rtl="0" algn="l" defTabSz="914400">
      <a:defRPr kern="1200" dirty="0">
        <a:solidFill>
          <a:schemeClr val="tx1"/>
        </a:solidFill>
        <a:latin typeface="Arial"/>
        <a:ea typeface="+mn-ea"/>
        <a:cs typeface="Droid Sans Fallback"/>
      </a:defRPr>
    </a:lvl7pPr>
    <a:lvl8pPr marL="3200400" rtl="0" algn="l" defTabSz="914400">
      <a:defRPr kern="1200" dirty="0">
        <a:solidFill>
          <a:schemeClr val="tx1"/>
        </a:solidFill>
        <a:latin typeface="Arial"/>
        <a:ea typeface="+mn-ea"/>
        <a:cs typeface="Droid Sans Fallback"/>
      </a:defRPr>
    </a:lvl8pPr>
    <a:lvl9pPr marL="3657600" rtl="0" algn="l" defTabSz="914400">
      <a:defRPr kern="1200" dirty="0">
        <a:solidFill>
          <a:schemeClr val="tx1"/>
        </a:solidFill>
        <a:latin typeface="Arial"/>
        <a:ea typeface="+mn-ea"/>
        <a:cs typeface="Droid Sans Fallback"/>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40" d="100"/>
          <a:sy n="140" d="100"/>
        </p:scale>
        <p:origin x="4458" y="126"/>
      </p:cViewPr>
      <p:guideLst>
        <p:guide orient="horz" pos="2160"/>
        <p:guide pos="2880"/>
      </p:guideLst>
    </p:cSldViewPr>
  </p:slideViewPr>
  <p:outlineViewPr>
    <p:cViewPr varScale="1">
      <p:scale>
        <a:sx n="170" d="200"/>
        <a:sy n="170" d="200"/>
      </p:scale>
      <p:origin x="-780" y="-84"/>
    </p:cViewPr>
  </p:outlineViewPr>
  <p:notesTextViewPr>
    <p:cViewPr>
      <p:scale>
        <a:sx n="1" d="1"/>
        <a:sy n="1" d="1"/>
      </p:scale>
      <p:origin x="0" y="0"/>
    </p:cViewPr>
  </p:notesTextViewPr>
  <p:notesViewPr>
    <p:cSldViewPr>
      <p:cViewPr varScale="1">
        <p:scale>
          <a:sx n="59" d="100"/>
          <a:sy n="59" d="100"/>
        </p:scale>
        <p:origin x="-1752" y="-72"/>
      </p:cViewPr>
      <p:guideLst>
        <p:guide orient="horz" pos="2880"/>
        <p:guide pos="2160"/>
      </p:guideLst>
    </p:cSldViewPr>
  </p:notesViewPr>
  <p:gridSpacing cx="72008" cy="72008"/>
</p:viewPr>
</file>

<file path=ppt/_rels/presentation.xml.rels>&#65279;<?xml version="1.0" encoding="utf-8" standalone="yes"?><Relationships xmlns="http://schemas.openxmlformats.org/package/2006/relationships"><Relationship Id="DeterministicId1" Type="http://schemas.openxmlformats.org/officeDocument/2006/relationships/notesMaster" Target="notesMasters/notesMaster1.xml" /><Relationship Id="DeterministicId2" Type="http://schemas.openxmlformats.org/officeDocument/2006/relationships/presProps" Target="presProps.xml" /><Relationship Id="DeterministicId3" Type="http://schemas.openxmlformats.org/officeDocument/2006/relationships/slide" Target="slides/slide1.xml" /><Relationship Id="DeterministicId4" Type="http://schemas.openxmlformats.org/officeDocument/2006/relationships/slide" Target="slides/slide2.xml" /><Relationship Id="DeterministicId5" Type="http://schemas.openxmlformats.org/officeDocument/2006/relationships/slide" Target="slides/slide3.xml" /><Relationship Id="DeterministicId6" Type="http://schemas.openxmlformats.org/officeDocument/2006/relationships/slideMaster" Target="slideMasters/slideMaster1.xml" /><Relationship Id="DeterministicId7" Type="http://schemas.openxmlformats.org/officeDocument/2006/relationships/slideMaster" Target="slideMasters/slideMaster2.xml" /><Relationship Id="DeterministicId8" Type="http://schemas.openxmlformats.org/officeDocument/2006/relationships/tableStyles" Target="tableStyles.xml" /><Relationship Id="DeterministicId9" Type="http://schemas.openxmlformats.org/officeDocument/2006/relationships/theme" Target="theme/theme1.xml" /><Relationship Id="DeterministicId10" Type="http://schemas.openxmlformats.org/officeDocument/2006/relationships/viewProps" Target="viewProps.xml" /></Relationships>
</file>

<file path=ppt/notesMasters/_rels/notesMaster1.xml.rels>&#65279;<?xml version="1.0" encoding="utf-8" standalone="yes"?><Relationships xmlns="http://schemas.openxmlformats.org/package/2006/relationships"><Relationship Id="DeterministicId1" Type="http://schemas.openxmlformats.org/officeDocument/2006/relationships/theme" Target="/ppt/theme/theme3.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073" name="Rectangle 1"/>
          <p:cNvSpPr>
            <a:spLocks noGrp="1"/>
          </p:cNvSpPr>
          <p:nvPr>
            <p:ph type="sldImg"/>
          </p:nvPr>
        </p:nvSpPr>
        <p:spPr bwMode="auto">
          <a:xfrm>
            <a:off x="1484313" y="900113"/>
            <a:ext cx="4587875" cy="3440112"/>
          </a:xfrm>
          <a:prstGeom prst="rect">
            <a:avLst/>
          </a:prstGeom>
          <a:noFill/>
          <a:ln>
            <a:noFill/>
            <a:headEnd type="none"/>
            <a:tailEnd type="none"/>
          </a:ln>
          <a:effectLst/>
        </p:spPr>
        <p:txBody>
          <a:bodyPr wrap="square"/>
          <a:lstStyle/>
          <a:p/>
        </p:txBody>
      </p:sp>
      <p:sp>
        <p:nvSpPr>
          <p:cNvPr id="3074" name="Rectangle 2"/>
          <p:cNvSpPr>
            <a:spLocks noGrp="1"/>
          </p:cNvSpPr>
          <p:nvPr>
            <p:ph type="body"/>
          </p:nvPr>
        </p:nvSpPr>
        <p:spPr bwMode="auto">
          <a:xfrm>
            <a:off x="720725" y="4679950"/>
            <a:ext cx="6118225" cy="5038725"/>
          </a:xfrm>
          <a:prstGeom prst="rect">
            <a:avLst/>
          </a:prstGeom>
          <a:noFill/>
          <a:ln>
            <a:noFill/>
            <a:headEnd type="none"/>
            <a:tailEnd type="none"/>
          </a:ln>
          <a:effectLst/>
        </p:spPr>
        <p:txBody>
          <a:bodyPr numCol="1" lIns="0" tIns="0" rIns="0" bIns="0" anchor="t" wrap="square">
            <a:prstTxWarp prst="textNoShape">
              <a:avLst/>
            </a:prstTxWarp>
          </a:bodyPr>
          <a:lstStyle/>
          <a:p>
            <a:pPr/>
            <a:endParaRPr altLang="en-US" lang="en-US" dirty="0"/>
          </a:p>
        </p:txBody>
      </p:sp>
      <p:sp>
        <p:nvSpPr>
          <p:cNvPr id="3075" name="Rectangle 3"/>
          <p:cNvSpPr>
            <a:spLocks noGrp="1"/>
          </p:cNvSpPr>
          <p:nvPr>
            <p:ph type="hdr"/>
          </p:nvPr>
        </p:nvSpPr>
        <p:spPr bwMode="auto">
          <a:xfrm>
            <a:off x="0" y="0"/>
            <a:ext cx="3278188" cy="533400"/>
          </a:xfrm>
          <a:prstGeom prst="rect">
            <a:avLst/>
          </a:prstGeom>
          <a:noFill/>
          <a:ln>
            <a:noFill/>
            <a:headEnd type="none"/>
            <a:tailEnd type="none"/>
          </a:ln>
          <a:effectLst/>
        </p:spPr>
        <p:txBody>
          <a:bodyPr numCol="1" lIns="0" tIns="0" rIns="0" bIns="0" anchor="t" wrap="square">
            <a:prstTxWarp prst="textNoShape">
              <a:avLst/>
            </a:prstTxWarp>
          </a:bodyPr>
          <a:lstStyle>
            <a:lvl1pPr>
              <a:lnSpc>
                <a:spcPct val="93000"/>
              </a:lnSpc>
              <a:tabLst>
                <a:tab pos="457200" algn="l"/>
                <a:tab pos="914400" algn="l"/>
                <a:tab pos="1371600" algn="l"/>
                <a:tab pos="1828800" algn="l"/>
                <a:tab pos="2286000" algn="l"/>
                <a:tab pos="2743200" algn="l"/>
                <a:tab pos="3200400" algn="l"/>
              </a:tabLst>
              <a:defRPr sz="1400" dirty="0">
                <a:solidFill>
                  <a:srgbClr val="000000"/>
                </a:solidFill>
                <a:latin typeface="Times New Roman"/>
                <a:cs typeface="DejaVu Sans"/>
              </a:defRPr>
            </a:lvl1pPr>
          </a:lstStyle>
          <a:p>
            <a:pPr/>
            <a:endParaRPr altLang="en-US" lang="en-US" dirty="0"/>
          </a:p>
        </p:txBody>
      </p:sp>
      <p:sp>
        <p:nvSpPr>
          <p:cNvPr id="3076" name="Rectangle 4"/>
          <p:cNvSpPr>
            <a:spLocks noGrp="1"/>
          </p:cNvSpPr>
          <p:nvPr>
            <p:ph type="dt"/>
          </p:nvPr>
        </p:nvSpPr>
        <p:spPr bwMode="auto">
          <a:xfrm>
            <a:off x="4279900" y="0"/>
            <a:ext cx="3278188" cy="533400"/>
          </a:xfrm>
          <a:prstGeom prst="rect">
            <a:avLst/>
          </a:prstGeom>
          <a:noFill/>
          <a:ln>
            <a:noFill/>
            <a:headEnd type="none"/>
            <a:tailEnd type="none"/>
          </a:ln>
          <a:effectLst/>
        </p:spPr>
        <p:txBody>
          <a:bodyPr numCol="1" lIns="0" tIns="0" rIns="0" bIns="0" anchor="t" wrap="square">
            <a:prstTxWarp prst="textNoShape">
              <a:avLst/>
            </a:prstTxWarp>
          </a:bodyPr>
          <a:lstStyle>
            <a:lvl1pPr algn="r">
              <a:lnSpc>
                <a:spcPct val="93000"/>
              </a:lnSpc>
              <a:tabLst>
                <a:tab pos="457200" algn="l"/>
                <a:tab pos="914400" algn="l"/>
                <a:tab pos="1371600" algn="l"/>
                <a:tab pos="1828800" algn="l"/>
                <a:tab pos="2286000" algn="l"/>
                <a:tab pos="2743200" algn="l"/>
                <a:tab pos="3200400" algn="l"/>
              </a:tabLst>
              <a:defRPr sz="1400" dirty="0">
                <a:solidFill>
                  <a:srgbClr val="000000"/>
                </a:solidFill>
                <a:latin typeface="Times New Roman"/>
                <a:cs typeface="DejaVu Sans"/>
              </a:defRPr>
            </a:lvl1pPr>
          </a:lstStyle>
          <a:p>
            <a:pPr/>
            <a:endParaRPr altLang="en-US" lang="en-US" dirty="0"/>
          </a:p>
        </p:txBody>
      </p:sp>
      <p:sp>
        <p:nvSpPr>
          <p:cNvPr id="3077" name="Rectangle 5"/>
          <p:cNvSpPr>
            <a:spLocks noGrp="1"/>
          </p:cNvSpPr>
          <p:nvPr>
            <p:ph type="ftr"/>
          </p:nvPr>
        </p:nvSpPr>
        <p:spPr bwMode="auto">
          <a:xfrm>
            <a:off x="0" y="10156825"/>
            <a:ext cx="3278188" cy="533400"/>
          </a:xfrm>
          <a:prstGeom prst="rect">
            <a:avLst/>
          </a:prstGeom>
          <a:noFill/>
          <a:ln>
            <a:noFill/>
            <a:headEnd type="none"/>
            <a:tailEnd type="none"/>
          </a:ln>
          <a:effectLst/>
        </p:spPr>
        <p:txBody>
          <a:bodyPr numCol="1" lIns="0" tIns="0" rIns="0" bIns="0" anchor="b" wrap="square">
            <a:prstTxWarp prst="textNoShape">
              <a:avLst/>
            </a:prstTxWarp>
          </a:bodyPr>
          <a:lstStyle>
            <a:lvl1pPr>
              <a:lnSpc>
                <a:spcPct val="93000"/>
              </a:lnSpc>
              <a:tabLst>
                <a:tab pos="457200" algn="l"/>
                <a:tab pos="914400" algn="l"/>
                <a:tab pos="1371600" algn="l"/>
                <a:tab pos="1828800" algn="l"/>
                <a:tab pos="2286000" algn="l"/>
                <a:tab pos="2743200" algn="l"/>
                <a:tab pos="3200400" algn="l"/>
              </a:tabLst>
              <a:defRPr sz="1400" dirty="0">
                <a:solidFill>
                  <a:srgbClr val="000000"/>
                </a:solidFill>
                <a:latin typeface="Times New Roman"/>
                <a:cs typeface="DejaVu Sans"/>
              </a:defRPr>
            </a:lvl1pPr>
          </a:lstStyle>
          <a:p>
            <a:pPr/>
            <a:endParaRPr altLang="en-US" lang="en-US" dirty="0"/>
          </a:p>
        </p:txBody>
      </p:sp>
      <p:sp>
        <p:nvSpPr>
          <p:cNvPr id="3078" name="Rectangle 6"/>
          <p:cNvSpPr>
            <a:spLocks noGrp="1"/>
          </p:cNvSpPr>
          <p:nvPr>
            <p:ph type="sldNum"/>
          </p:nvPr>
        </p:nvSpPr>
        <p:spPr bwMode="auto">
          <a:xfrm>
            <a:off x="4279900" y="10156825"/>
            <a:ext cx="3278188" cy="533400"/>
          </a:xfrm>
          <a:prstGeom prst="rect">
            <a:avLst/>
          </a:prstGeom>
          <a:noFill/>
          <a:ln>
            <a:noFill/>
            <a:headEnd type="none"/>
            <a:tailEnd type="none"/>
          </a:ln>
          <a:effectLst/>
        </p:spPr>
        <p:txBody>
          <a:bodyPr numCol="1" lIns="0" tIns="0" rIns="0" bIns="0" anchor="b" wrap="square">
            <a:prstTxWarp prst="textNoShape">
              <a:avLst/>
            </a:prstTxWarp>
          </a:bodyPr>
          <a:lstStyle>
            <a:lvl1pPr algn="r">
              <a:lnSpc>
                <a:spcPct val="93000"/>
              </a:lnSpc>
              <a:tabLst>
                <a:tab pos="457200" algn="l"/>
                <a:tab pos="914400" algn="l"/>
                <a:tab pos="1371600" algn="l"/>
                <a:tab pos="1828800" algn="l"/>
                <a:tab pos="2286000" algn="l"/>
                <a:tab pos="2743200" algn="l"/>
                <a:tab pos="3200400" algn="l"/>
              </a:tabLst>
              <a:defRPr sz="1400" dirty="0">
                <a:solidFill>
                  <a:srgbClr val="000000"/>
                </a:solidFill>
                <a:latin typeface="Times New Roman"/>
                <a:cs typeface="DejaVu Sans"/>
              </a:defRPr>
            </a:lvl1pPr>
          </a:lstStyle>
          <a:p>
            <a:pPr/>
            <a:fld id="{00000001-0000-0000-0000-000000000000}" type="slidenum">
              <a:rPr altLang="en-US" lang="en-US" dirty="0"/>
              <a:t>‹#›</a:t>
            </a:fld>
            <a:endParaRPr altLang="en-US" lang="en-US" dirty="0"/>
          </a:p>
        </p:txBody>
      </p:sp>
    </p:spTree>
  </p:cSld>
  <p:clrMap bg1="lt1" tx1="dk1" bg2="lt2" tx2="dk2" accent1="accent1" accent2="accent2" accent3="accent3" accent4="accent4" accent5="accent5" accent6="accent6" hlink="hlink" folHlink="folHlink"/>
  <p:notesStyle>
    <a:lvl1pPr rtl="0" algn="l" fontAlgn="base" defTabSz="457200">
      <a:spcBef>
        <a:spcPct val="30000"/>
      </a:spcBef>
      <a:spcAft>
        <a:spcPct val="0"/>
      </a:spcAft>
      <a:buClr>
        <a:srgbClr val="000000"/>
      </a:buClr>
      <a:buSzPct val="100000"/>
      <a:buFont typeface="Times New Roman"/>
      <a:defRPr sz="1200" kern="1200" dirty="0">
        <a:solidFill>
          <a:srgbClr val="000000"/>
        </a:solidFill>
        <a:latin typeface="Times New Roman"/>
        <a:ea typeface="+mn-ea"/>
        <a:cs typeface="+mn-cs"/>
      </a:defRPr>
    </a:lvl1pPr>
    <a:lvl2pPr marL="742950" indent="-285750" rtl="0" algn="l" fontAlgn="base" defTabSz="457200">
      <a:spcBef>
        <a:spcPct val="30000"/>
      </a:spcBef>
      <a:spcAft>
        <a:spcPct val="0"/>
      </a:spcAft>
      <a:buClr>
        <a:srgbClr val="000000"/>
      </a:buClr>
      <a:buSzPct val="100000"/>
      <a:buFont typeface="Times New Roman"/>
      <a:defRPr sz="1200" kern="1200" dirty="0">
        <a:solidFill>
          <a:srgbClr val="000000"/>
        </a:solidFill>
        <a:latin typeface="Times New Roman"/>
        <a:ea typeface="+mn-ea"/>
        <a:cs typeface="+mn-cs"/>
      </a:defRPr>
    </a:lvl2pPr>
    <a:lvl3pPr marL="1143000" indent="-228600" rtl="0" algn="l" fontAlgn="base" defTabSz="457200">
      <a:spcBef>
        <a:spcPct val="30000"/>
      </a:spcBef>
      <a:spcAft>
        <a:spcPct val="0"/>
      </a:spcAft>
      <a:buClr>
        <a:srgbClr val="000000"/>
      </a:buClr>
      <a:buSzPct val="100000"/>
      <a:buFont typeface="Times New Roman"/>
      <a:defRPr sz="1200" kern="1200" dirty="0">
        <a:solidFill>
          <a:srgbClr val="000000"/>
        </a:solidFill>
        <a:latin typeface="Times New Roman"/>
        <a:ea typeface="+mn-ea"/>
        <a:cs typeface="+mn-cs"/>
      </a:defRPr>
    </a:lvl3pPr>
    <a:lvl4pPr marL="1600200" indent="-228600" rtl="0" algn="l" fontAlgn="base" defTabSz="457200">
      <a:spcBef>
        <a:spcPct val="30000"/>
      </a:spcBef>
      <a:spcAft>
        <a:spcPct val="0"/>
      </a:spcAft>
      <a:buClr>
        <a:srgbClr val="000000"/>
      </a:buClr>
      <a:buSzPct val="100000"/>
      <a:buFont typeface="Times New Roman"/>
      <a:defRPr sz="1200" kern="1200" dirty="0">
        <a:solidFill>
          <a:srgbClr val="000000"/>
        </a:solidFill>
        <a:latin typeface="Times New Roman"/>
        <a:ea typeface="+mn-ea"/>
        <a:cs typeface="+mn-cs"/>
      </a:defRPr>
    </a:lvl4pPr>
    <a:lvl5pPr marL="2057400" indent="-228600" rtl="0" algn="l" fontAlgn="base" defTabSz="457200">
      <a:spcBef>
        <a:spcPct val="30000"/>
      </a:spcBef>
      <a:spcAft>
        <a:spcPct val="0"/>
      </a:spcAft>
      <a:buClr>
        <a:srgbClr val="000000"/>
      </a:buClr>
      <a:buSzPct val="100000"/>
      <a:buFont typeface="Times New Roman"/>
      <a:defRPr sz="1200" kern="1200" dirty="0">
        <a:solidFill>
          <a:srgbClr val="000000"/>
        </a:solidFill>
        <a:latin typeface="Times New Roman"/>
        <a:ea typeface="+mn-ea"/>
        <a:cs typeface="+mn-cs"/>
      </a:defRPr>
    </a:lvl5pPr>
    <a:lvl6pPr marL="2286000" rtl="0" algn="l" defTabSz="914400">
      <a:defRPr sz="1200" kern="1200" dirty="0">
        <a:solidFill>
          <a:schemeClr val="dk1"/>
        </a:solidFill>
        <a:latin typeface="+mn-lt"/>
        <a:ea typeface="+mn-ea"/>
        <a:cs typeface="+mn-cs"/>
      </a:defRPr>
    </a:lvl6pPr>
    <a:lvl7pPr marL="2743200" rtl="0" algn="l" defTabSz="914400">
      <a:defRPr sz="1200" kern="1200" dirty="0">
        <a:solidFill>
          <a:schemeClr val="dk1"/>
        </a:solidFill>
        <a:latin typeface="+mn-lt"/>
        <a:ea typeface="+mn-ea"/>
        <a:cs typeface="+mn-cs"/>
      </a:defRPr>
    </a:lvl7pPr>
    <a:lvl8pPr marL="3200400" rtl="0" algn="l" defTabSz="914400">
      <a:defRPr sz="1200" kern="1200" dirty="0">
        <a:solidFill>
          <a:schemeClr val="dk1"/>
        </a:solidFill>
        <a:latin typeface="+mn-lt"/>
        <a:ea typeface="+mn-ea"/>
        <a:cs typeface="+mn-cs"/>
      </a:defRPr>
    </a:lvl8pPr>
    <a:lvl9pPr marL="3657600" rtl="0" algn="l" defTabSz="914400">
      <a:defRPr sz="1200" kern="1200" dirty="0">
        <a:solidFill>
          <a:schemeClr val="dk1"/>
        </a:solidFill>
        <a:latin typeface="+mn-lt"/>
        <a:ea typeface="+mn-ea"/>
        <a:cs typeface="+mn-cs"/>
      </a:defRPr>
    </a:lvl9pPr>
  </p:notesStyle>
</p:notesMaster>
</file>

<file path=ppt/notesSlides/_rels/notesSlide1.xml.rels>&#65279;<?xml version="1.0" encoding="utf-8" standalone="yes"?><Relationships xmlns="http://schemas.openxmlformats.org/package/2006/relationships"><Relationship Id="DeterministicId1" Type="http://schemas.openxmlformats.org/officeDocument/2006/relationships/notesMaster" Target="../notesMasters/notesMaster1.xml" /><Relationship Id="DeterministicId2" Type="http://schemas.openxmlformats.org/officeDocument/2006/relationships/slide" Target="../slides/slide1.xml" /></Relationships>
</file>

<file path=ppt/notesSlides/_rels/notesSlide2.xml.rels>&#65279;<?xml version="1.0" encoding="utf-8" standalone="yes"?><Relationships xmlns="http://schemas.openxmlformats.org/package/2006/relationships"><Relationship Id="DeterministicId1" Type="http://schemas.openxmlformats.org/officeDocument/2006/relationships/notesMaster" Target="../notesMasters/notesMaster1.xml" /><Relationship Id="DeterministicId2" Type="http://schemas.openxmlformats.org/officeDocument/2006/relationships/slide" Target="../slides/slide2.xml" /></Relationships>
</file>

<file path=ppt/notesSlides/_rels/notesSlide3.xml.rels>&#65279;<?xml version="1.0" encoding="utf-8" standalone="yes"?><Relationships xmlns="http://schemas.openxmlformats.org/package/2006/relationships"><Relationship Id="DeterministicId1" Type="http://schemas.openxmlformats.org/officeDocument/2006/relationships/notesMaster" Target="../notesMasters/notesMaster1.xml" /><Relationship Id="Deterministic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 name="Rectangle 6"/>
          <p:cNvSpPr>
            <a:spLocks noGrp="1"/>
          </p:cNvSpPr>
          <p:nvPr>
            <p:ph type="sldNum"/>
          </p:nvPr>
        </p:nvSpPr>
        <p:spPr>
          <a:ln>
            <a:headEnd type="none"/>
            <a:tailEnd type="none"/>
          </a:ln>
        </p:spPr>
        <p:txBody>
          <a:bodyPr wrap="square"/>
          <a:lstStyle/>
          <a:p>
            <a:pPr/>
            <a:fld id="{00000001-0000-0000-0000-000000000000}" type="slidenum">
              <a:rPr altLang="en-US" lang="en-US" dirty="0"/>
              <a:t>1</a:t>
            </a:fld>
            <a:endParaRPr altLang="en-US" lang="en-US" dirty="0"/>
          </a:p>
        </p:txBody>
      </p:sp>
      <p:sp>
        <p:nvSpPr>
          <p:cNvPr id="7169" name="Rectangle 1"/>
          <p:cNvSpPr>
            <a:spLocks noGrp="1"/>
          </p:cNvSpPr>
          <p:nvPr>
            <p:ph type="sldImg"/>
          </p:nvPr>
        </p:nvSpPr>
        <p:spPr bwMode="auto">
          <a:xfrm>
            <a:off x="1484313" y="900113"/>
            <a:ext cx="4589462" cy="3441700"/>
          </a:xfrm>
          <a:prstGeom prst="rect">
            <a:avLst/>
          </a:prstGeom>
          <a:solidFill>
            <a:srgbClr val="FFFFFF"/>
          </a:solidFill>
          <a:ln>
            <a:solidFill>
              <a:srgbClr val="000000"/>
            </a:solidFill>
            <a:miter/>
            <a:headEnd type="none"/>
            <a:tailEnd type="none"/>
          </a:ln>
        </p:spPr>
        <p:txBody>
          <a:bodyPr wrap="square"/>
          <a:lstStyle/>
          <a:p/>
        </p:txBody>
      </p:sp>
      <p:sp>
        <p:nvSpPr>
          <p:cNvPr id="7170" name="Rectangle 2"/>
          <p:cNvSpPr>
            <a:spLocks noGrp="1"/>
          </p:cNvSpPr>
          <p:nvPr>
            <p:ph type="body" idx="1"/>
          </p:nvPr>
        </p:nvSpPr>
        <p:spPr bwMode="auto">
          <a:xfrm>
            <a:off x="720725" y="4679950"/>
            <a:ext cx="6119813" cy="5040313"/>
          </a:xfrm>
          <a:prstGeom prst="rect">
            <a:avLst/>
          </a:prstGeom>
          <a:noFill/>
          <a:ln>
            <a:headEnd type="none"/>
            <a:tailEnd type="none"/>
          </a:ln>
        </p:spPr>
        <p:txBody>
          <a:bodyPr anchor="ctr" wrap="none"/>
          <a:lstStyle/>
          <a:p>
            <a:pPr/>
            <a:endParaRPr altLang="en-US"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 name="Rectangle 6"/>
          <p:cNvSpPr>
            <a:spLocks noGrp="1"/>
          </p:cNvSpPr>
          <p:nvPr>
            <p:ph type="sldNum"/>
          </p:nvPr>
        </p:nvSpPr>
        <p:spPr>
          <a:ln>
            <a:headEnd type="none"/>
            <a:tailEnd type="none"/>
          </a:ln>
        </p:spPr>
        <p:txBody>
          <a:bodyPr wrap="square"/>
          <a:lstStyle/>
          <a:p>
            <a:pPr/>
            <a:fld id="{00000001-0000-0000-0000-000000000000}" type="slidenum">
              <a:rPr altLang="en-US" lang="en-US" dirty="0"/>
              <a:t>2</a:t>
            </a:fld>
            <a:endParaRPr altLang="en-US" lang="en-US" dirty="0"/>
          </a:p>
        </p:txBody>
      </p:sp>
      <p:sp>
        <p:nvSpPr>
          <p:cNvPr id="8193" name="Rectangle 1"/>
          <p:cNvSpPr>
            <a:spLocks noGrp="1"/>
          </p:cNvSpPr>
          <p:nvPr>
            <p:ph type="sldImg"/>
          </p:nvPr>
        </p:nvSpPr>
        <p:spPr bwMode="auto">
          <a:xfrm>
            <a:off x="1484313" y="900113"/>
            <a:ext cx="4589462" cy="3441700"/>
          </a:xfrm>
          <a:prstGeom prst="rect">
            <a:avLst/>
          </a:prstGeom>
          <a:solidFill>
            <a:srgbClr val="FFFFFF"/>
          </a:solidFill>
          <a:ln>
            <a:solidFill>
              <a:srgbClr val="000000"/>
            </a:solidFill>
            <a:miter/>
            <a:headEnd type="none"/>
            <a:tailEnd type="none"/>
          </a:ln>
        </p:spPr>
        <p:txBody>
          <a:bodyPr wrap="square"/>
          <a:lstStyle/>
          <a:p/>
        </p:txBody>
      </p:sp>
      <p:sp>
        <p:nvSpPr>
          <p:cNvPr id="8194" name="Rectangle 2"/>
          <p:cNvSpPr>
            <a:spLocks noGrp="1"/>
          </p:cNvSpPr>
          <p:nvPr>
            <p:ph type="body" idx="1"/>
          </p:nvPr>
        </p:nvSpPr>
        <p:spPr bwMode="auto">
          <a:xfrm>
            <a:off x="720725" y="4679950"/>
            <a:ext cx="6119813" cy="5040313"/>
          </a:xfrm>
          <a:prstGeom prst="rect">
            <a:avLst/>
          </a:prstGeom>
          <a:noFill/>
          <a:ln>
            <a:headEnd type="none"/>
            <a:tailEnd type="none"/>
          </a:ln>
        </p:spPr>
        <p:txBody>
          <a:bodyPr anchor="ctr" wrap="none"/>
          <a:lstStyle/>
          <a:p>
            <a:pPr/>
            <a:endParaRPr altLang="en-US" 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 name="Rectangle 6"/>
          <p:cNvSpPr>
            <a:spLocks noGrp="1"/>
          </p:cNvSpPr>
          <p:nvPr>
            <p:ph type="sldNum"/>
          </p:nvPr>
        </p:nvSpPr>
        <p:spPr>
          <a:ln>
            <a:headEnd type="none"/>
            <a:tailEnd type="none"/>
          </a:ln>
        </p:spPr>
        <p:txBody>
          <a:bodyPr wrap="square"/>
          <a:lstStyle/>
          <a:p>
            <a:pPr/>
            <a:fld id="{00000001-0000-0000-0000-000000000000}" type="slidenum">
              <a:rPr altLang="en-US" lang="en-US" dirty="0"/>
              <a:t>3</a:t>
            </a:fld>
            <a:endParaRPr altLang="en-US" lang="en-US" dirty="0"/>
          </a:p>
        </p:txBody>
      </p:sp>
      <p:sp>
        <p:nvSpPr>
          <p:cNvPr id="9217" name="Rectangle 1"/>
          <p:cNvSpPr>
            <a:spLocks noGrp="1"/>
          </p:cNvSpPr>
          <p:nvPr>
            <p:ph type="sldImg"/>
          </p:nvPr>
        </p:nvSpPr>
        <p:spPr bwMode="auto">
          <a:xfrm>
            <a:off x="1484313" y="900113"/>
            <a:ext cx="4589462" cy="3441700"/>
          </a:xfrm>
          <a:prstGeom prst="rect">
            <a:avLst/>
          </a:prstGeom>
          <a:solidFill>
            <a:srgbClr val="FFFFFF"/>
          </a:solidFill>
          <a:ln>
            <a:solidFill>
              <a:srgbClr val="000000"/>
            </a:solidFill>
            <a:miter/>
            <a:headEnd type="none"/>
            <a:tailEnd type="none"/>
          </a:ln>
        </p:spPr>
        <p:txBody>
          <a:bodyPr wrap="square"/>
          <a:lstStyle/>
          <a:p/>
        </p:txBody>
      </p:sp>
      <p:sp>
        <p:nvSpPr>
          <p:cNvPr id="9218" name="Rectangle 2"/>
          <p:cNvSpPr>
            <a:spLocks noGrp="1"/>
          </p:cNvSpPr>
          <p:nvPr>
            <p:ph type="body" idx="1"/>
          </p:nvPr>
        </p:nvSpPr>
        <p:spPr bwMode="auto">
          <a:xfrm>
            <a:off x="720725" y="4679950"/>
            <a:ext cx="6119813" cy="5040313"/>
          </a:xfrm>
          <a:prstGeom prst="rect">
            <a:avLst/>
          </a:prstGeom>
          <a:noFill/>
          <a:ln>
            <a:headEnd type="none"/>
            <a:tailEnd type="none"/>
          </a:ln>
        </p:spPr>
        <p:txBody>
          <a:bodyPr anchor="ctr" wrap="none"/>
          <a:lstStyle/>
          <a:p>
            <a:pPr/>
            <a:endParaRPr altLang="en-US" lang="en-US" dirty="0"/>
          </a:p>
        </p:txBody>
      </p:sp>
    </p:spTree>
  </p:cSld>
  <p:clrMapOvr>
    <a:masterClrMapping/>
  </p:clrMapOvr>
</p:notes>
</file>

<file path=ppt/slideLayouts/_rels/slideLayout1.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2.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3.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4.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5.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6.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7.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8.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9.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10.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11.xml.rels>&#65279;<?xml version="1.0" encoding="utf-8" standalone="yes"?><Relationships xmlns="http://schemas.openxmlformats.org/package/2006/relationships"><Relationship Id="DeterministicId1" Type="http://schemas.openxmlformats.org/officeDocument/2006/relationships/slideMaster" Target="../slideMasters/slideMaster1.xml" /></Relationships>
</file>

<file path=ppt/slideLayouts/_rels/slideLayout12.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3.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4.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5.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6.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7.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8.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19.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20.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21.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22.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_rels/slideLayout23.xml.rels>&#65279;<?xml version="1.0" encoding="utf-8" standalone="yes"?><Relationships xmlns="http://schemas.openxmlformats.org/package/2006/relationships"><Relationship Id="DeterministicId1" Type="http://schemas.openxmlformats.org/officeDocument/2006/relationships/slideMaster" Target="../slideMasters/slideMaster2.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260475" y="1236663"/>
            <a:ext cx="7559675" cy="2632075"/>
          </a:xfrm>
          <a:ln>
            <a:headEnd type="none"/>
            <a:tailEnd type="none"/>
          </a:ln>
        </p:spPr>
        <p:txBody>
          <a:bodyPr anchor="b" wrap="square"/>
          <a:lstStyle>
            <a:lvl1pPr algn="ctr">
              <a:defRPr sz="6000" dirty="0"/>
            </a:lvl1pPr>
          </a:lstStyle>
          <a:p>
            <a:pPr/>
            <a:r>
              <a:rPr lang="en-US" dirty="0"/>
              <a:t>Click to edit Master title style</a:t>
            </a:r>
            <a:endParaRPr lang="en-AU" dirty="0"/>
          </a:p>
        </p:txBody>
      </p:sp>
      <p:sp>
        <p:nvSpPr>
          <p:cNvPr id="3" name="Subtitle 2"/>
          <p:cNvSpPr>
            <a:spLocks noGrp="1"/>
          </p:cNvSpPr>
          <p:nvPr>
            <p:ph type="subTitle" idx="1"/>
          </p:nvPr>
        </p:nvSpPr>
        <p:spPr>
          <a:xfrm>
            <a:off x="1260475" y="3970338"/>
            <a:ext cx="7559675" cy="1825625"/>
          </a:xfrm>
          <a:ln>
            <a:headEnd type="none"/>
            <a:tailEnd type="none"/>
          </a:ln>
        </p:spPr>
        <p:txBody>
          <a:bodyPr wrap="square"/>
          <a:lstStyle>
            <a:lvl1pPr marL="0" indent="0" algn="ctr">
              <a:buNone/>
              <a:defRPr sz="2400" dirty="0"/>
            </a:lvl1pPr>
            <a:lvl2pPr marL="457200" indent="0" algn="ctr">
              <a:buNone/>
              <a:defRPr sz="2000" dirty="0"/>
            </a:lvl2pPr>
            <a:lvl3pPr marL="914400" indent="0" algn="ctr">
              <a:buNone/>
              <a:defRPr sz="1800" dirty="0"/>
            </a:lvl3pPr>
            <a:lvl4pPr marL="1371600" indent="0" algn="ctr">
              <a:buNone/>
              <a:defRPr sz="1600" dirty="0"/>
            </a:lvl4pPr>
            <a:lvl5pPr marL="1828800" indent="0" algn="ctr">
              <a:buNone/>
              <a:defRPr sz="1600" dirty="0"/>
            </a:lvl5pPr>
            <a:lvl6pPr marL="2286000" indent="0" algn="ctr">
              <a:buNone/>
              <a:defRPr sz="1600" dirty="0"/>
            </a:lvl6pPr>
            <a:lvl7pPr marL="2743200" indent="0" algn="ctr">
              <a:buNone/>
              <a:defRPr sz="1600" dirty="0"/>
            </a:lvl7pPr>
            <a:lvl8pPr marL="3200400" indent="0" algn="ctr">
              <a:buNone/>
              <a:defRPr sz="1600" dirty="0"/>
            </a:lvl8pPr>
            <a:lvl9pPr marL="3657600" indent="0" algn="ctr">
              <a:buNone/>
              <a:defRPr sz="1600" dirty="0"/>
            </a:lvl9pPr>
          </a:lstStyle>
          <a:p>
            <a:pPr/>
            <a:r>
              <a:rPr lang="en-US" dirty="0"/>
              <a:t>Click to edit Master subtitle style</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Content Placeholder 2"/>
          <p:cNvSpPr>
            <a:spLocks noGrp="1"/>
          </p:cNvSpPr>
          <p:nvPr>
            <p:ph idx="1"/>
          </p:nvPr>
        </p:nvSpPr>
        <p:spPr>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7388" y="1884363"/>
            <a:ext cx="8694737" cy="3144837"/>
          </a:xfrm>
          <a:ln>
            <a:headEnd type="none"/>
            <a:tailEnd type="none"/>
          </a:ln>
        </p:spPr>
        <p:txBody>
          <a:bodyPr anchor="b" wrap="square"/>
          <a:lstStyle>
            <a:lvl1pPr>
              <a:defRPr sz="6000" dirty="0"/>
            </a:lvl1pPr>
          </a:lstStyle>
          <a:p>
            <a:pPr/>
            <a:r>
              <a:rPr lang="en-US" dirty="0"/>
              <a:t>Click to edit Master title style</a:t>
            </a:r>
            <a:endParaRPr lang="en-AU" dirty="0"/>
          </a:p>
        </p:txBody>
      </p:sp>
      <p:sp>
        <p:nvSpPr>
          <p:cNvPr id="3" name="Text Placeholder 2"/>
          <p:cNvSpPr>
            <a:spLocks noGrp="1"/>
          </p:cNvSpPr>
          <p:nvPr>
            <p:ph type="body" idx="1"/>
          </p:nvPr>
        </p:nvSpPr>
        <p:spPr>
          <a:xfrm>
            <a:off x="687388" y="5059363"/>
            <a:ext cx="8694737" cy="1652587"/>
          </a:xfrm>
          <a:ln>
            <a:headEnd type="none"/>
            <a:tailEnd type="none"/>
          </a:ln>
        </p:spPr>
        <p:txBody>
          <a:bodyPr wrap="square"/>
          <a:lstStyle>
            <a:lvl1pPr marL="0" indent="0">
              <a:buNone/>
              <a:defRPr sz="2400" dirty="0"/>
            </a:lvl1pPr>
            <a:lvl2pPr marL="457200" indent="0">
              <a:buNone/>
              <a:defRPr sz="2000" dirty="0"/>
            </a:lvl2pPr>
            <a:lvl3pPr marL="914400" indent="0">
              <a:buNone/>
              <a:defRPr sz="1800" dirty="0"/>
            </a:lvl3pPr>
            <a:lvl4pPr marL="1371600" indent="0">
              <a:buNone/>
              <a:defRPr sz="1600" dirty="0"/>
            </a:lvl4pPr>
            <a:lvl5pPr marL="1828800" indent="0">
              <a:buNone/>
              <a:defRPr sz="1600" dirty="0"/>
            </a:lvl5pPr>
            <a:lvl6pPr marL="2286000" indent="0">
              <a:buNone/>
              <a:defRPr sz="1600" dirty="0"/>
            </a:lvl6pPr>
            <a:lvl7pPr marL="2743200" indent="0">
              <a:buNone/>
              <a:defRPr sz="1600" dirty="0"/>
            </a:lvl7pPr>
            <a:lvl8pPr marL="3200400" indent="0">
              <a:buNone/>
              <a:defRPr sz="1600" dirty="0"/>
            </a:lvl8pPr>
            <a:lvl9pPr marL="3657600" indent="0">
              <a:buNone/>
              <a:defRPr sz="1600" dirty="0"/>
            </a:lvl9pPr>
          </a:lstStyle>
          <a:p>
            <a:pPr/>
            <a:r>
              <a:rPr lang="en-US" dirty="0"/>
              <a:t>Click to edit Master text styles</a:t>
            </a:r>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Content Placeholder 2"/>
          <p:cNvSpPr>
            <a:spLocks noGrp="1"/>
          </p:cNvSpPr>
          <p:nvPr>
            <p:ph sz="half" idx="1"/>
          </p:nvPr>
        </p:nvSpPr>
        <p:spPr>
          <a:xfrm>
            <a:off x="503238" y="1768475"/>
            <a:ext cx="4457700" cy="4383088"/>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p:cNvSpPr>
            <a:spLocks noGrp="1"/>
          </p:cNvSpPr>
          <p:nvPr>
            <p:ph sz="half" idx="2"/>
          </p:nvPr>
        </p:nvSpPr>
        <p:spPr>
          <a:xfrm>
            <a:off x="5113338" y="1768475"/>
            <a:ext cx="4459287" cy="4383088"/>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93738" y="403225"/>
            <a:ext cx="8694737" cy="1460500"/>
          </a:xfrm>
          <a:ln>
            <a:headEnd type="none"/>
            <a:tailEnd type="none"/>
          </a:ln>
        </p:spPr>
        <p:txBody>
          <a:bodyPr wrap="square"/>
          <a:lstStyle/>
          <a:p>
            <a:pPr/>
            <a:r>
              <a:rPr lang="en-US" dirty="0"/>
              <a:t>Click to edit Master title style</a:t>
            </a:r>
            <a:endParaRPr lang="en-AU" dirty="0"/>
          </a:p>
        </p:txBody>
      </p:sp>
      <p:sp>
        <p:nvSpPr>
          <p:cNvPr id="3" name="Text Placeholder 2"/>
          <p:cNvSpPr>
            <a:spLocks noGrp="1"/>
          </p:cNvSpPr>
          <p:nvPr>
            <p:ph type="body" idx="1"/>
          </p:nvPr>
        </p:nvSpPr>
        <p:spPr>
          <a:xfrm>
            <a:off x="693738" y="1852613"/>
            <a:ext cx="4265612" cy="908050"/>
          </a:xfrm>
          <a:ln>
            <a:headEnd type="none"/>
            <a:tailEnd type="none"/>
          </a:ln>
        </p:spPr>
        <p:txBody>
          <a:bodyPr anchor="b" wrap="square"/>
          <a:lstStyle>
            <a:lvl1pPr marL="0" indent="0">
              <a:buNone/>
              <a:defRPr sz="2400" b="1" dirty="0"/>
            </a:lvl1pPr>
            <a:lvl2pPr marL="457200" indent="0">
              <a:buNone/>
              <a:defRPr sz="2000" b="1" dirty="0"/>
            </a:lvl2pPr>
            <a:lvl3pPr marL="914400" indent="0">
              <a:buNone/>
              <a:defRPr sz="1800" b="1" dirty="0"/>
            </a:lvl3pPr>
            <a:lvl4pPr marL="1371600" indent="0">
              <a:buNone/>
              <a:defRPr sz="1600" b="1" dirty="0"/>
            </a:lvl4pPr>
            <a:lvl5pPr marL="1828800" indent="0">
              <a:buNone/>
              <a:defRPr sz="1600" b="1" dirty="0"/>
            </a:lvl5pPr>
            <a:lvl6pPr marL="2286000" indent="0">
              <a:buNone/>
              <a:defRPr sz="1600" b="1" dirty="0"/>
            </a:lvl6pPr>
            <a:lvl7pPr marL="2743200" indent="0">
              <a:buNone/>
              <a:defRPr sz="1600" b="1" dirty="0"/>
            </a:lvl7pPr>
            <a:lvl8pPr marL="3200400" indent="0">
              <a:buNone/>
              <a:defRPr sz="1600" b="1" dirty="0"/>
            </a:lvl8pPr>
            <a:lvl9pPr marL="3657600" indent="0">
              <a:buNone/>
              <a:defRPr sz="1600" b="1" dirty="0"/>
            </a:lvl9pPr>
          </a:lstStyle>
          <a:p>
            <a:pPr/>
            <a:r>
              <a:rPr lang="en-US" dirty="0"/>
              <a:t>Click to edit Master text styles</a:t>
            </a:r>
          </a:p>
        </p:txBody>
      </p:sp>
      <p:sp>
        <p:nvSpPr>
          <p:cNvPr id="4" name="Content Placeholder 3"/>
          <p:cNvSpPr>
            <a:spLocks noGrp="1"/>
          </p:cNvSpPr>
          <p:nvPr>
            <p:ph sz="half" idx="2"/>
          </p:nvPr>
        </p:nvSpPr>
        <p:spPr>
          <a:xfrm>
            <a:off x="693738" y="2760663"/>
            <a:ext cx="4265612" cy="4062412"/>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Text Placeholder 4"/>
          <p:cNvSpPr>
            <a:spLocks noGrp="1"/>
          </p:cNvSpPr>
          <p:nvPr>
            <p:ph type="body" sz="quarter" idx="3"/>
          </p:nvPr>
        </p:nvSpPr>
        <p:spPr>
          <a:xfrm>
            <a:off x="5103813" y="1852613"/>
            <a:ext cx="4284662" cy="908050"/>
          </a:xfrm>
          <a:ln>
            <a:headEnd type="none"/>
            <a:tailEnd type="none"/>
          </a:ln>
        </p:spPr>
        <p:txBody>
          <a:bodyPr anchor="b" wrap="square"/>
          <a:lstStyle>
            <a:lvl1pPr marL="0" indent="0">
              <a:buNone/>
              <a:defRPr sz="2400" b="1" dirty="0"/>
            </a:lvl1pPr>
            <a:lvl2pPr marL="457200" indent="0">
              <a:buNone/>
              <a:defRPr sz="2000" b="1" dirty="0"/>
            </a:lvl2pPr>
            <a:lvl3pPr marL="914400" indent="0">
              <a:buNone/>
              <a:defRPr sz="1800" b="1" dirty="0"/>
            </a:lvl3pPr>
            <a:lvl4pPr marL="1371600" indent="0">
              <a:buNone/>
              <a:defRPr sz="1600" b="1" dirty="0"/>
            </a:lvl4pPr>
            <a:lvl5pPr marL="1828800" indent="0">
              <a:buNone/>
              <a:defRPr sz="1600" b="1" dirty="0"/>
            </a:lvl5pPr>
            <a:lvl6pPr marL="2286000" indent="0">
              <a:buNone/>
              <a:defRPr sz="1600" b="1" dirty="0"/>
            </a:lvl6pPr>
            <a:lvl7pPr marL="2743200" indent="0">
              <a:buNone/>
              <a:defRPr sz="1600" b="1" dirty="0"/>
            </a:lvl7pPr>
            <a:lvl8pPr marL="3200400" indent="0">
              <a:buNone/>
              <a:defRPr sz="1600" b="1" dirty="0"/>
            </a:lvl8pPr>
            <a:lvl9pPr marL="3657600" indent="0">
              <a:buNone/>
              <a:defRPr sz="1600" b="1" dirty="0"/>
            </a:lvl9pPr>
          </a:lstStyle>
          <a:p>
            <a:pPr/>
            <a:r>
              <a:rPr lang="en-US" dirty="0"/>
              <a:t>Click to edit Master text styles</a:t>
            </a:r>
          </a:p>
        </p:txBody>
      </p:sp>
      <p:sp>
        <p:nvSpPr>
          <p:cNvPr id="6" name="Content Placeholder 5"/>
          <p:cNvSpPr>
            <a:spLocks noGrp="1"/>
          </p:cNvSpPr>
          <p:nvPr>
            <p:ph sz="quarter" idx="4"/>
          </p:nvPr>
        </p:nvSpPr>
        <p:spPr>
          <a:xfrm>
            <a:off x="5103813" y="2760663"/>
            <a:ext cx="4284662" cy="4062412"/>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7" name="Date Placeholder 6"/>
          <p:cNvSpPr>
            <a:spLocks noGrp="1"/>
          </p:cNvSpPr>
          <p:nvPr>
            <p:ph type="dt" idx="10"/>
          </p:nvPr>
        </p:nvSpPr>
        <p:spPr>
          <a:ln>
            <a:headEnd type="none"/>
            <a:tailEnd type="none"/>
          </a:ln>
        </p:spPr>
        <p:txBody>
          <a:bodyPr wrap="square"/>
          <a:lstStyle>
            <a:lvl1pPr/>
          </a:lstStyle>
          <a:p>
            <a:pPr/>
            <a:endParaRPr altLang="en-US" lang="en-US" dirty="0"/>
          </a:p>
        </p:txBody>
      </p:sp>
      <p:sp>
        <p:nvSpPr>
          <p:cNvPr id="8" name="Footer Placeholder 7"/>
          <p:cNvSpPr>
            <a:spLocks noGrp="1"/>
          </p:cNvSpPr>
          <p:nvPr>
            <p:ph type="ftr" idx="11"/>
          </p:nvPr>
        </p:nvSpPr>
        <p:spPr>
          <a:ln>
            <a:headEnd type="none"/>
            <a:tailEnd type="none"/>
          </a:ln>
        </p:spPr>
        <p:txBody>
          <a:bodyPr wrap="square"/>
          <a:lstStyle>
            <a:lvl1pPr/>
          </a:lstStyle>
          <a:p>
            <a:pPr/>
            <a:endParaRPr altLang="en-US" lang="en-US" dirty="0"/>
          </a:p>
        </p:txBody>
      </p:sp>
      <p:sp>
        <p:nvSpPr>
          <p:cNvPr id="9" name="Slide Number Placeholder 8"/>
          <p:cNvSpPr>
            <a:spLocks noGrp="1"/>
          </p:cNvSpPr>
          <p:nvPr>
            <p:ph type="sldNum" idx="12"/>
          </p:nvPr>
        </p:nvSpPr>
        <p:spPr>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Date Placeholder 2"/>
          <p:cNvSpPr>
            <a:spLocks noGrp="1"/>
          </p:cNvSpPr>
          <p:nvPr>
            <p:ph type="dt" idx="10"/>
          </p:nvPr>
        </p:nvSpPr>
        <p:spPr>
          <a:ln>
            <a:headEnd type="none"/>
            <a:tailEnd type="none"/>
          </a:ln>
        </p:spPr>
        <p:txBody>
          <a:bodyPr wrap="square"/>
          <a:lstStyle>
            <a:lvl1pPr/>
          </a:lstStyle>
          <a:p>
            <a:pPr/>
            <a:endParaRPr altLang="en-US" lang="en-US" dirty="0"/>
          </a:p>
        </p:txBody>
      </p:sp>
      <p:sp>
        <p:nvSpPr>
          <p:cNvPr id="4" name="Footer Placeholder 3"/>
          <p:cNvSpPr>
            <a:spLocks noGrp="1"/>
          </p:cNvSpPr>
          <p:nvPr>
            <p:ph type="ftr" idx="11"/>
          </p:nvPr>
        </p:nvSpPr>
        <p:spPr>
          <a:ln>
            <a:headEnd type="none"/>
            <a:tailEnd type="none"/>
          </a:ln>
        </p:spPr>
        <p:txBody>
          <a:bodyPr wrap="square"/>
          <a:lstStyle>
            <a:lvl1pPr/>
          </a:lstStyle>
          <a:p>
            <a:pPr/>
            <a:endParaRPr altLang="en-US" lang="en-US" dirty="0"/>
          </a:p>
        </p:txBody>
      </p:sp>
      <p:sp>
        <p:nvSpPr>
          <p:cNvPr id="5" name="Slide Number Placeholder 4"/>
          <p:cNvSpPr>
            <a:spLocks noGrp="1"/>
          </p:cNvSpPr>
          <p:nvPr>
            <p:ph type="sldNum" idx="12"/>
          </p:nvPr>
        </p:nvSpPr>
        <p:spPr>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idx="10"/>
          </p:nvPr>
        </p:nvSpPr>
        <p:spPr>
          <a:ln>
            <a:headEnd type="none"/>
            <a:tailEnd type="none"/>
          </a:ln>
        </p:spPr>
        <p:txBody>
          <a:bodyPr wrap="square"/>
          <a:lstStyle>
            <a:lvl1pPr/>
          </a:lstStyle>
          <a:p>
            <a:pPr/>
            <a:endParaRPr altLang="en-US" lang="en-US" dirty="0"/>
          </a:p>
        </p:txBody>
      </p:sp>
      <p:sp>
        <p:nvSpPr>
          <p:cNvPr id="3" name="Footer Placeholder 2"/>
          <p:cNvSpPr>
            <a:spLocks noGrp="1"/>
          </p:cNvSpPr>
          <p:nvPr>
            <p:ph type="ftr" idx="11"/>
          </p:nvPr>
        </p:nvSpPr>
        <p:spPr>
          <a:ln>
            <a:headEnd type="none"/>
            <a:tailEnd type="none"/>
          </a:ln>
        </p:spPr>
        <p:txBody>
          <a:bodyPr wrap="square"/>
          <a:lstStyle>
            <a:lvl1pPr/>
          </a:lstStyle>
          <a:p>
            <a:pPr/>
            <a:endParaRPr altLang="en-US" lang="en-US" dirty="0"/>
          </a:p>
        </p:txBody>
      </p:sp>
      <p:sp>
        <p:nvSpPr>
          <p:cNvPr id="4" name="Slide Number Placeholder 3"/>
          <p:cNvSpPr>
            <a:spLocks noGrp="1"/>
          </p:cNvSpPr>
          <p:nvPr>
            <p:ph type="sldNum" idx="12"/>
          </p:nvPr>
        </p:nvSpPr>
        <p:spPr>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3738" y="503238"/>
            <a:ext cx="3251200" cy="1765300"/>
          </a:xfrm>
          <a:ln>
            <a:headEnd type="none"/>
            <a:tailEnd type="none"/>
          </a:ln>
        </p:spPr>
        <p:txBody>
          <a:bodyPr anchor="b" wrap="square"/>
          <a:lstStyle>
            <a:lvl1pPr>
              <a:defRPr sz="3200" dirty="0"/>
            </a:lvl1pPr>
          </a:lstStyle>
          <a:p>
            <a:pPr/>
            <a:r>
              <a:rPr lang="en-US" dirty="0"/>
              <a:t>Click to edit Master title style</a:t>
            </a:r>
            <a:endParaRPr lang="en-AU" dirty="0"/>
          </a:p>
        </p:txBody>
      </p:sp>
      <p:sp>
        <p:nvSpPr>
          <p:cNvPr id="3" name="Content Placeholder 2"/>
          <p:cNvSpPr>
            <a:spLocks noGrp="1"/>
          </p:cNvSpPr>
          <p:nvPr>
            <p:ph idx="1"/>
          </p:nvPr>
        </p:nvSpPr>
        <p:spPr>
          <a:xfrm>
            <a:off x="4286250" y="1089025"/>
            <a:ext cx="5102225" cy="5372100"/>
          </a:xfrm>
          <a:ln>
            <a:headEnd type="none"/>
            <a:tailEnd type="none"/>
          </a:ln>
        </p:spPr>
        <p:txBody>
          <a:bodyPr wrap="square"/>
          <a:lstStyle>
            <a:lvl1pPr>
              <a:defRPr sz="3200" dirty="0"/>
            </a:lvl1pPr>
            <a:lvl2pPr>
              <a:defRPr sz="2800" dirty="0"/>
            </a:lvl2pPr>
            <a:lvl3pPr>
              <a:defRPr sz="2400" dirty="0"/>
            </a:lvl3pPr>
            <a:lvl4pPr>
              <a:defRPr sz="2000" dirty="0"/>
            </a:lvl4pPr>
            <a:lvl5pPr>
              <a:defRPr sz="2000" dirty="0"/>
            </a:lvl5pPr>
            <a:lvl6pPr>
              <a:defRPr sz="2000" dirty="0"/>
            </a:lvl6pPr>
            <a:lvl7pPr>
              <a:defRPr sz="2000" dirty="0"/>
            </a:lvl7pPr>
            <a:lvl8pPr>
              <a:defRPr sz="2000" dirty="0"/>
            </a:lvl8pPr>
            <a:lvl9pPr>
              <a:defRPr sz="2000" dirty="0"/>
            </a:lvl9pPr>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Text Placeholder 3"/>
          <p:cNvSpPr>
            <a:spLocks noGrp="1"/>
          </p:cNvSpPr>
          <p:nvPr>
            <p:ph type="body" sz="half" idx="2"/>
          </p:nvPr>
        </p:nvSpPr>
        <p:spPr>
          <a:xfrm>
            <a:off x="693738" y="2268538"/>
            <a:ext cx="3251200" cy="4200525"/>
          </a:xfrm>
          <a:ln>
            <a:headEnd type="none"/>
            <a:tailEnd type="none"/>
          </a:ln>
        </p:spPr>
        <p:txBody>
          <a:bodyPr wrap="square"/>
          <a:lstStyle>
            <a:lvl1pPr marL="0" indent="0">
              <a:buNone/>
              <a:defRPr sz="1600" dirty="0"/>
            </a:lvl1pPr>
            <a:lvl2pPr marL="457200" indent="0">
              <a:buNone/>
              <a:defRPr sz="1400" dirty="0"/>
            </a:lvl2pPr>
            <a:lvl3pPr marL="914400" indent="0">
              <a:buNone/>
              <a:defRPr sz="1200" dirty="0"/>
            </a:lvl3pPr>
            <a:lvl4pPr marL="1371600" indent="0">
              <a:buNone/>
              <a:defRPr sz="1000" dirty="0"/>
            </a:lvl4pPr>
            <a:lvl5pPr marL="1828800" indent="0">
              <a:buNone/>
              <a:defRPr sz="1000" dirty="0"/>
            </a:lvl5pPr>
            <a:lvl6pPr marL="2286000" indent="0">
              <a:buNone/>
              <a:defRPr sz="1000" dirty="0"/>
            </a:lvl6pPr>
            <a:lvl7pPr marL="2743200" indent="0">
              <a:buNone/>
              <a:defRPr sz="1000" dirty="0"/>
            </a:lvl7pPr>
            <a:lvl8pPr marL="3200400" indent="0">
              <a:buNone/>
              <a:defRPr sz="1000" dirty="0"/>
            </a:lvl8pPr>
            <a:lvl9pPr marL="3657600" indent="0">
              <a:buNone/>
              <a:defRPr sz="1000" dirty="0"/>
            </a:lvl9pPr>
          </a:lstStyle>
          <a:p>
            <a:pPr/>
            <a:r>
              <a:rPr lang="en-US" dirty="0"/>
              <a:t>Click to edit Master text styles</a:t>
            </a:r>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3738" y="503238"/>
            <a:ext cx="3251200" cy="1765300"/>
          </a:xfrm>
          <a:ln>
            <a:headEnd type="none"/>
            <a:tailEnd type="none"/>
          </a:ln>
        </p:spPr>
        <p:txBody>
          <a:bodyPr anchor="b" wrap="square"/>
          <a:lstStyle>
            <a:lvl1pPr>
              <a:defRPr sz="3200" dirty="0"/>
            </a:lvl1pPr>
          </a:lstStyle>
          <a:p>
            <a:pPr/>
            <a:r>
              <a:rPr lang="en-US" dirty="0"/>
              <a:t>Click to edit Master title style</a:t>
            </a:r>
            <a:endParaRPr lang="en-AU" dirty="0"/>
          </a:p>
        </p:txBody>
      </p:sp>
      <p:sp>
        <p:nvSpPr>
          <p:cNvPr id="3" name="Picture Placeholder 2"/>
          <p:cNvSpPr>
            <a:spLocks noGrp="1"/>
          </p:cNvSpPr>
          <p:nvPr>
            <p:ph type="pic" idx="1"/>
          </p:nvPr>
        </p:nvSpPr>
        <p:spPr>
          <a:xfrm>
            <a:off x="4286250" y="1089025"/>
            <a:ext cx="5102225" cy="5372100"/>
          </a:xfrm>
          <a:ln>
            <a:headEnd type="none"/>
            <a:tailEnd type="none"/>
          </a:ln>
        </p:spPr>
        <p:txBody>
          <a:bodyPr wrap="square"/>
          <a:lstStyle>
            <a:lvl1pPr marL="0" indent="0">
              <a:buNone/>
              <a:defRPr sz="3200" dirty="0"/>
            </a:lvl1pPr>
            <a:lvl2pPr marL="457200" indent="0">
              <a:buNone/>
              <a:defRPr sz="2800" dirty="0"/>
            </a:lvl2pPr>
            <a:lvl3pPr marL="914400" indent="0">
              <a:buNone/>
              <a:defRPr sz="2400" dirty="0"/>
            </a:lvl3pPr>
            <a:lvl4pPr marL="1371600" indent="0">
              <a:buNone/>
              <a:defRPr sz="2000" dirty="0"/>
            </a:lvl4pPr>
            <a:lvl5pPr marL="1828800" indent="0">
              <a:buNone/>
              <a:defRPr sz="2000" dirty="0"/>
            </a:lvl5pPr>
            <a:lvl6pPr marL="2286000" indent="0">
              <a:buNone/>
              <a:defRPr sz="2000" dirty="0"/>
            </a:lvl6pPr>
            <a:lvl7pPr marL="2743200" indent="0">
              <a:buNone/>
              <a:defRPr sz="2000" dirty="0"/>
            </a:lvl7pPr>
            <a:lvl8pPr marL="3200400" indent="0">
              <a:buNone/>
              <a:defRPr sz="2000" dirty="0"/>
            </a:lvl8pPr>
            <a:lvl9pPr marL="3657600" indent="0">
              <a:buNone/>
              <a:defRPr sz="2000" dirty="0"/>
            </a:lvl9pPr>
          </a:lstStyle>
          <a:p>
            <a:pPr/>
            <a:endParaRPr lang="en-AU" dirty="0"/>
          </a:p>
        </p:txBody>
      </p:sp>
      <p:sp>
        <p:nvSpPr>
          <p:cNvPr id="4" name="Text Placeholder 3"/>
          <p:cNvSpPr>
            <a:spLocks noGrp="1"/>
          </p:cNvSpPr>
          <p:nvPr>
            <p:ph type="body" sz="half" idx="2"/>
          </p:nvPr>
        </p:nvSpPr>
        <p:spPr>
          <a:xfrm>
            <a:off x="693738" y="2268538"/>
            <a:ext cx="3251200" cy="4200525"/>
          </a:xfrm>
          <a:ln>
            <a:headEnd type="none"/>
            <a:tailEnd type="none"/>
          </a:ln>
        </p:spPr>
        <p:txBody>
          <a:bodyPr wrap="square"/>
          <a:lstStyle>
            <a:lvl1pPr marL="0" indent="0">
              <a:buNone/>
              <a:defRPr sz="1600" dirty="0"/>
            </a:lvl1pPr>
            <a:lvl2pPr marL="457200" indent="0">
              <a:buNone/>
              <a:defRPr sz="1400" dirty="0"/>
            </a:lvl2pPr>
            <a:lvl3pPr marL="914400" indent="0">
              <a:buNone/>
              <a:defRPr sz="1200" dirty="0"/>
            </a:lvl3pPr>
            <a:lvl4pPr marL="1371600" indent="0">
              <a:buNone/>
              <a:defRPr sz="1000" dirty="0"/>
            </a:lvl4pPr>
            <a:lvl5pPr marL="1828800" indent="0">
              <a:buNone/>
              <a:defRPr sz="1000" dirty="0"/>
            </a:lvl5pPr>
            <a:lvl6pPr marL="2286000" indent="0">
              <a:buNone/>
              <a:defRPr sz="1000" dirty="0"/>
            </a:lvl6pPr>
            <a:lvl7pPr marL="2743200" indent="0">
              <a:buNone/>
              <a:defRPr sz="1000" dirty="0"/>
            </a:lvl7pPr>
            <a:lvl8pPr marL="3200400" indent="0">
              <a:buNone/>
              <a:defRPr sz="1000" dirty="0"/>
            </a:lvl8pPr>
            <a:lvl9pPr marL="3657600" indent="0">
              <a:buNone/>
              <a:defRPr sz="1000" dirty="0"/>
            </a:lvl9pPr>
          </a:lstStyle>
          <a:p>
            <a:pPr/>
            <a:r>
              <a:rPr lang="en-US" dirty="0"/>
              <a:t>Click to edit Master text styles</a:t>
            </a:r>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Vertical Text Placeholder 2"/>
          <p:cNvSpPr>
            <a:spLocks noGrp="1"/>
          </p:cNvSpPr>
          <p:nvPr>
            <p:ph type="body" orient="vert" idx="1"/>
          </p:nvPr>
        </p:nvSpPr>
        <p:spPr>
          <a:ln>
            <a:headEnd type="none"/>
            <a:tailEnd type="none"/>
          </a:ln>
        </p:spPr>
        <p:txBody>
          <a:bodyPr vert="eaVert"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05675" y="301625"/>
            <a:ext cx="2266950" cy="5849938"/>
          </a:xfrm>
          <a:ln>
            <a:headEnd type="none"/>
            <a:tailEnd type="none"/>
          </a:ln>
        </p:spPr>
        <p:txBody>
          <a:bodyPr vert="eaVert" wrap="square"/>
          <a:lstStyle/>
          <a:p>
            <a:pPr/>
            <a:r>
              <a:rPr lang="en-US" dirty="0"/>
              <a:t>Click to edit Master title style</a:t>
            </a:r>
            <a:endParaRPr lang="en-AU" dirty="0"/>
          </a:p>
        </p:txBody>
      </p:sp>
      <p:sp>
        <p:nvSpPr>
          <p:cNvPr id="3" name="Vertical Text Placeholder 2"/>
          <p:cNvSpPr>
            <a:spLocks noGrp="1"/>
          </p:cNvSpPr>
          <p:nvPr>
            <p:ph type="body" orient="vert" idx="1"/>
          </p:nvPr>
        </p:nvSpPr>
        <p:spPr>
          <a:xfrm>
            <a:off x="503238" y="301625"/>
            <a:ext cx="6650037" cy="5849938"/>
          </a:xfrm>
          <a:ln>
            <a:headEnd type="none"/>
            <a:tailEnd type="none"/>
          </a:ln>
        </p:spPr>
        <p:txBody>
          <a:bodyPr vert="eaVert"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260475" y="1236663"/>
            <a:ext cx="7559675" cy="2632075"/>
          </a:xfrm>
          <a:ln>
            <a:headEnd type="none"/>
            <a:tailEnd type="none"/>
          </a:ln>
        </p:spPr>
        <p:txBody>
          <a:bodyPr anchor="b" wrap="square"/>
          <a:lstStyle>
            <a:lvl1pPr algn="ctr">
              <a:defRPr sz="6000" dirty="0"/>
            </a:lvl1pPr>
          </a:lstStyle>
          <a:p>
            <a:pPr/>
            <a:r>
              <a:rPr lang="en-US" dirty="0"/>
              <a:t>Click to edit Master title style</a:t>
            </a:r>
            <a:endParaRPr lang="en-AU" dirty="0"/>
          </a:p>
        </p:txBody>
      </p:sp>
      <p:sp>
        <p:nvSpPr>
          <p:cNvPr id="3" name="Subtitle 2"/>
          <p:cNvSpPr>
            <a:spLocks noGrp="1"/>
          </p:cNvSpPr>
          <p:nvPr>
            <p:ph type="subTitle" idx="1"/>
          </p:nvPr>
        </p:nvSpPr>
        <p:spPr>
          <a:xfrm>
            <a:off x="1260475" y="3970338"/>
            <a:ext cx="7559675" cy="1825625"/>
          </a:xfrm>
          <a:ln>
            <a:headEnd type="none"/>
            <a:tailEnd type="none"/>
          </a:ln>
        </p:spPr>
        <p:txBody>
          <a:bodyPr wrap="square"/>
          <a:lstStyle>
            <a:lvl1pPr marL="0" indent="0" algn="ctr">
              <a:buNone/>
              <a:defRPr sz="2400" dirty="0"/>
            </a:lvl1pPr>
            <a:lvl2pPr marL="457200" indent="0" algn="ctr">
              <a:buNone/>
              <a:defRPr sz="2000" dirty="0"/>
            </a:lvl2pPr>
            <a:lvl3pPr marL="914400" indent="0" algn="ctr">
              <a:buNone/>
              <a:defRPr sz="1800" dirty="0"/>
            </a:lvl3pPr>
            <a:lvl4pPr marL="1371600" indent="0" algn="ctr">
              <a:buNone/>
              <a:defRPr sz="1600" dirty="0"/>
            </a:lvl4pPr>
            <a:lvl5pPr marL="1828800" indent="0" algn="ctr">
              <a:buNone/>
              <a:defRPr sz="1600" dirty="0"/>
            </a:lvl5pPr>
            <a:lvl6pPr marL="2286000" indent="0" algn="ctr">
              <a:buNone/>
              <a:defRPr sz="1600" dirty="0"/>
            </a:lvl6pPr>
            <a:lvl7pPr marL="2743200" indent="0" algn="ctr">
              <a:buNone/>
              <a:defRPr sz="1600" dirty="0"/>
            </a:lvl7pPr>
            <a:lvl8pPr marL="3200400" indent="0" algn="ctr">
              <a:buNone/>
              <a:defRPr sz="1600" dirty="0"/>
            </a:lvl8pPr>
            <a:lvl9pPr marL="3657600" indent="0" algn="ctr">
              <a:buNone/>
              <a:defRPr sz="1600" dirty="0"/>
            </a:lvl9pPr>
          </a:lstStyle>
          <a:p>
            <a:pPr/>
            <a:r>
              <a:rPr lang="en-US" dirty="0"/>
              <a:t>Click to edit Master subtitle style</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Content Placeholder 2"/>
          <p:cNvSpPr>
            <a:spLocks noGrp="1"/>
          </p:cNvSpPr>
          <p:nvPr>
            <p:ph idx="1"/>
          </p:nvPr>
        </p:nvSpPr>
        <p:spPr>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7388" y="1884363"/>
            <a:ext cx="8694737" cy="3144837"/>
          </a:xfrm>
          <a:ln>
            <a:headEnd type="none"/>
            <a:tailEnd type="none"/>
          </a:ln>
        </p:spPr>
        <p:txBody>
          <a:bodyPr anchor="b" wrap="square"/>
          <a:lstStyle>
            <a:lvl1pPr>
              <a:defRPr sz="6000" dirty="0"/>
            </a:lvl1pPr>
          </a:lstStyle>
          <a:p>
            <a:pPr/>
            <a:r>
              <a:rPr lang="en-US" dirty="0"/>
              <a:t>Click to edit Master title style</a:t>
            </a:r>
            <a:endParaRPr lang="en-AU" dirty="0"/>
          </a:p>
        </p:txBody>
      </p:sp>
      <p:sp>
        <p:nvSpPr>
          <p:cNvPr id="3" name="Text Placeholder 2"/>
          <p:cNvSpPr>
            <a:spLocks noGrp="1"/>
          </p:cNvSpPr>
          <p:nvPr>
            <p:ph type="body" idx="1"/>
          </p:nvPr>
        </p:nvSpPr>
        <p:spPr>
          <a:xfrm>
            <a:off x="687388" y="5059363"/>
            <a:ext cx="8694737" cy="1652587"/>
          </a:xfrm>
          <a:ln>
            <a:headEnd type="none"/>
            <a:tailEnd type="none"/>
          </a:ln>
        </p:spPr>
        <p:txBody>
          <a:bodyPr wrap="square"/>
          <a:lstStyle>
            <a:lvl1pPr marL="0" indent="0">
              <a:buNone/>
              <a:defRPr sz="2400" dirty="0"/>
            </a:lvl1pPr>
            <a:lvl2pPr marL="457200" indent="0">
              <a:buNone/>
              <a:defRPr sz="2000" dirty="0"/>
            </a:lvl2pPr>
            <a:lvl3pPr marL="914400" indent="0">
              <a:buNone/>
              <a:defRPr sz="1800" dirty="0"/>
            </a:lvl3pPr>
            <a:lvl4pPr marL="1371600" indent="0">
              <a:buNone/>
              <a:defRPr sz="1600" dirty="0"/>
            </a:lvl4pPr>
            <a:lvl5pPr marL="1828800" indent="0">
              <a:buNone/>
              <a:defRPr sz="1600" dirty="0"/>
            </a:lvl5pPr>
            <a:lvl6pPr marL="2286000" indent="0">
              <a:buNone/>
              <a:defRPr sz="1600" dirty="0"/>
            </a:lvl6pPr>
            <a:lvl7pPr marL="2743200" indent="0">
              <a:buNone/>
              <a:defRPr sz="1600" dirty="0"/>
            </a:lvl7pPr>
            <a:lvl8pPr marL="3200400" indent="0">
              <a:buNone/>
              <a:defRPr sz="1600" dirty="0"/>
            </a:lvl8pPr>
            <a:lvl9pPr marL="3657600" indent="0">
              <a:buNone/>
              <a:defRPr sz="1600" dirty="0"/>
            </a:lvl9pPr>
          </a:lstStyle>
          <a:p>
            <a:pPr/>
            <a:r>
              <a:rPr lang="en-US" dirty="0"/>
              <a:t>Click to edit Master text styles</a:t>
            </a:r>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Content Placeholder 2"/>
          <p:cNvSpPr>
            <a:spLocks noGrp="1"/>
          </p:cNvSpPr>
          <p:nvPr>
            <p:ph sz="half" idx="1"/>
          </p:nvPr>
        </p:nvSpPr>
        <p:spPr>
          <a:xfrm>
            <a:off x="503238" y="1800225"/>
            <a:ext cx="4459287" cy="4383088"/>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p:cNvSpPr>
            <a:spLocks noGrp="1"/>
          </p:cNvSpPr>
          <p:nvPr>
            <p:ph sz="half" idx="2"/>
          </p:nvPr>
        </p:nvSpPr>
        <p:spPr>
          <a:xfrm>
            <a:off x="5114925" y="1800225"/>
            <a:ext cx="4459288" cy="4383088"/>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93738" y="403225"/>
            <a:ext cx="8694737" cy="1460500"/>
          </a:xfrm>
          <a:ln>
            <a:headEnd type="none"/>
            <a:tailEnd type="none"/>
          </a:ln>
        </p:spPr>
        <p:txBody>
          <a:bodyPr wrap="square"/>
          <a:lstStyle/>
          <a:p>
            <a:pPr/>
            <a:r>
              <a:rPr lang="en-US" dirty="0"/>
              <a:t>Click to edit Master title style</a:t>
            </a:r>
            <a:endParaRPr lang="en-AU" dirty="0"/>
          </a:p>
        </p:txBody>
      </p:sp>
      <p:sp>
        <p:nvSpPr>
          <p:cNvPr id="3" name="Text Placeholder 2"/>
          <p:cNvSpPr>
            <a:spLocks noGrp="1"/>
          </p:cNvSpPr>
          <p:nvPr>
            <p:ph type="body" idx="1"/>
          </p:nvPr>
        </p:nvSpPr>
        <p:spPr>
          <a:xfrm>
            <a:off x="693738" y="1852613"/>
            <a:ext cx="4265612" cy="908050"/>
          </a:xfrm>
          <a:ln>
            <a:headEnd type="none"/>
            <a:tailEnd type="none"/>
          </a:ln>
        </p:spPr>
        <p:txBody>
          <a:bodyPr anchor="b" wrap="square"/>
          <a:lstStyle>
            <a:lvl1pPr marL="0" indent="0">
              <a:buNone/>
              <a:defRPr sz="2400" b="1" dirty="0"/>
            </a:lvl1pPr>
            <a:lvl2pPr marL="457200" indent="0">
              <a:buNone/>
              <a:defRPr sz="2000" b="1" dirty="0"/>
            </a:lvl2pPr>
            <a:lvl3pPr marL="914400" indent="0">
              <a:buNone/>
              <a:defRPr sz="1800" b="1" dirty="0"/>
            </a:lvl3pPr>
            <a:lvl4pPr marL="1371600" indent="0">
              <a:buNone/>
              <a:defRPr sz="1600" b="1" dirty="0"/>
            </a:lvl4pPr>
            <a:lvl5pPr marL="1828800" indent="0">
              <a:buNone/>
              <a:defRPr sz="1600" b="1" dirty="0"/>
            </a:lvl5pPr>
            <a:lvl6pPr marL="2286000" indent="0">
              <a:buNone/>
              <a:defRPr sz="1600" b="1" dirty="0"/>
            </a:lvl6pPr>
            <a:lvl7pPr marL="2743200" indent="0">
              <a:buNone/>
              <a:defRPr sz="1600" b="1" dirty="0"/>
            </a:lvl7pPr>
            <a:lvl8pPr marL="3200400" indent="0">
              <a:buNone/>
              <a:defRPr sz="1600" b="1" dirty="0"/>
            </a:lvl8pPr>
            <a:lvl9pPr marL="3657600" indent="0">
              <a:buNone/>
              <a:defRPr sz="1600" b="1" dirty="0"/>
            </a:lvl9pPr>
          </a:lstStyle>
          <a:p>
            <a:pPr/>
            <a:r>
              <a:rPr lang="en-US" dirty="0"/>
              <a:t>Click to edit Master text styles</a:t>
            </a:r>
          </a:p>
        </p:txBody>
      </p:sp>
      <p:sp>
        <p:nvSpPr>
          <p:cNvPr id="4" name="Content Placeholder 3"/>
          <p:cNvSpPr>
            <a:spLocks noGrp="1"/>
          </p:cNvSpPr>
          <p:nvPr>
            <p:ph sz="half" idx="2"/>
          </p:nvPr>
        </p:nvSpPr>
        <p:spPr>
          <a:xfrm>
            <a:off x="693738" y="2760663"/>
            <a:ext cx="4265612" cy="4062412"/>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Text Placeholder 4"/>
          <p:cNvSpPr>
            <a:spLocks noGrp="1"/>
          </p:cNvSpPr>
          <p:nvPr>
            <p:ph type="body" sz="quarter" idx="3"/>
          </p:nvPr>
        </p:nvSpPr>
        <p:spPr>
          <a:xfrm>
            <a:off x="5103813" y="1852613"/>
            <a:ext cx="4284662" cy="908050"/>
          </a:xfrm>
          <a:ln>
            <a:headEnd type="none"/>
            <a:tailEnd type="none"/>
          </a:ln>
        </p:spPr>
        <p:txBody>
          <a:bodyPr anchor="b" wrap="square"/>
          <a:lstStyle>
            <a:lvl1pPr marL="0" indent="0">
              <a:buNone/>
              <a:defRPr sz="2400" b="1" dirty="0"/>
            </a:lvl1pPr>
            <a:lvl2pPr marL="457200" indent="0">
              <a:buNone/>
              <a:defRPr sz="2000" b="1" dirty="0"/>
            </a:lvl2pPr>
            <a:lvl3pPr marL="914400" indent="0">
              <a:buNone/>
              <a:defRPr sz="1800" b="1" dirty="0"/>
            </a:lvl3pPr>
            <a:lvl4pPr marL="1371600" indent="0">
              <a:buNone/>
              <a:defRPr sz="1600" b="1" dirty="0"/>
            </a:lvl4pPr>
            <a:lvl5pPr marL="1828800" indent="0">
              <a:buNone/>
              <a:defRPr sz="1600" b="1" dirty="0"/>
            </a:lvl5pPr>
            <a:lvl6pPr marL="2286000" indent="0">
              <a:buNone/>
              <a:defRPr sz="1600" b="1" dirty="0"/>
            </a:lvl6pPr>
            <a:lvl7pPr marL="2743200" indent="0">
              <a:buNone/>
              <a:defRPr sz="1600" b="1" dirty="0"/>
            </a:lvl7pPr>
            <a:lvl8pPr marL="3200400" indent="0">
              <a:buNone/>
              <a:defRPr sz="1600" b="1" dirty="0"/>
            </a:lvl8pPr>
            <a:lvl9pPr marL="3657600" indent="0">
              <a:buNone/>
              <a:defRPr sz="1600" b="1" dirty="0"/>
            </a:lvl9pPr>
          </a:lstStyle>
          <a:p>
            <a:pPr/>
            <a:r>
              <a:rPr lang="en-US" dirty="0"/>
              <a:t>Click to edit Master text styles</a:t>
            </a:r>
          </a:p>
        </p:txBody>
      </p:sp>
      <p:sp>
        <p:nvSpPr>
          <p:cNvPr id="6" name="Content Placeholder 5"/>
          <p:cNvSpPr>
            <a:spLocks noGrp="1"/>
          </p:cNvSpPr>
          <p:nvPr>
            <p:ph sz="quarter" idx="4"/>
          </p:nvPr>
        </p:nvSpPr>
        <p:spPr>
          <a:xfrm>
            <a:off x="5103813" y="2760663"/>
            <a:ext cx="4284662" cy="4062412"/>
          </a:xfrm>
          <a:ln>
            <a:headEnd type="none"/>
            <a:tailEnd type="none"/>
          </a:ln>
        </p:spPr>
        <p:txBody>
          <a:bodyPr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7" name="Date Placeholder 6"/>
          <p:cNvSpPr>
            <a:spLocks noGrp="1"/>
          </p:cNvSpPr>
          <p:nvPr>
            <p:ph type="dt" idx="10"/>
          </p:nvPr>
        </p:nvSpPr>
        <p:spPr>
          <a:ln>
            <a:headEnd type="none"/>
            <a:tailEnd type="none"/>
          </a:ln>
        </p:spPr>
        <p:txBody>
          <a:bodyPr wrap="square"/>
          <a:lstStyle>
            <a:lvl1pPr/>
          </a:lstStyle>
          <a:p>
            <a:pPr/>
            <a:endParaRPr altLang="en-US" lang="en-US" dirty="0"/>
          </a:p>
        </p:txBody>
      </p:sp>
      <p:sp>
        <p:nvSpPr>
          <p:cNvPr id="8" name="Footer Placeholder 7"/>
          <p:cNvSpPr>
            <a:spLocks noGrp="1"/>
          </p:cNvSpPr>
          <p:nvPr>
            <p:ph type="ftr" idx="11"/>
          </p:nvPr>
        </p:nvSpPr>
        <p:spPr>
          <a:ln>
            <a:headEnd type="none"/>
            <a:tailEnd type="none"/>
          </a:ln>
        </p:spPr>
        <p:txBody>
          <a:bodyPr wrap="square"/>
          <a:lstStyle>
            <a:lvl1pPr/>
          </a:lstStyle>
          <a:p>
            <a:pPr/>
            <a:endParaRPr altLang="en-US" lang="en-US" dirty="0"/>
          </a:p>
        </p:txBody>
      </p:sp>
      <p:sp>
        <p:nvSpPr>
          <p:cNvPr id="9" name="Slide Number Placeholder 8"/>
          <p:cNvSpPr>
            <a:spLocks noGrp="1"/>
          </p:cNvSpPr>
          <p:nvPr>
            <p:ph type="sldNum" idx="12"/>
          </p:nvPr>
        </p:nvSpPr>
        <p:spPr>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Date Placeholder 2"/>
          <p:cNvSpPr>
            <a:spLocks noGrp="1"/>
          </p:cNvSpPr>
          <p:nvPr>
            <p:ph type="dt" idx="10"/>
          </p:nvPr>
        </p:nvSpPr>
        <p:spPr>
          <a:ln>
            <a:headEnd type="none"/>
            <a:tailEnd type="none"/>
          </a:ln>
        </p:spPr>
        <p:txBody>
          <a:bodyPr wrap="square"/>
          <a:lstStyle>
            <a:lvl1pPr/>
          </a:lstStyle>
          <a:p>
            <a:pPr/>
            <a:endParaRPr altLang="en-US" lang="en-US" dirty="0"/>
          </a:p>
        </p:txBody>
      </p:sp>
      <p:sp>
        <p:nvSpPr>
          <p:cNvPr id="4" name="Footer Placeholder 3"/>
          <p:cNvSpPr>
            <a:spLocks noGrp="1"/>
          </p:cNvSpPr>
          <p:nvPr>
            <p:ph type="ftr" idx="11"/>
          </p:nvPr>
        </p:nvSpPr>
        <p:spPr>
          <a:ln>
            <a:headEnd type="none"/>
            <a:tailEnd type="none"/>
          </a:ln>
        </p:spPr>
        <p:txBody>
          <a:bodyPr wrap="square"/>
          <a:lstStyle>
            <a:lvl1pPr/>
          </a:lstStyle>
          <a:p>
            <a:pPr/>
            <a:endParaRPr altLang="en-US" lang="en-US" dirty="0"/>
          </a:p>
        </p:txBody>
      </p:sp>
      <p:sp>
        <p:nvSpPr>
          <p:cNvPr id="5" name="Slide Number Placeholder 4"/>
          <p:cNvSpPr>
            <a:spLocks noGrp="1"/>
          </p:cNvSpPr>
          <p:nvPr>
            <p:ph type="sldNum" idx="12"/>
          </p:nvPr>
        </p:nvSpPr>
        <p:spPr>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idx="10"/>
          </p:nvPr>
        </p:nvSpPr>
        <p:spPr>
          <a:ln>
            <a:headEnd type="none"/>
            <a:tailEnd type="none"/>
          </a:ln>
        </p:spPr>
        <p:txBody>
          <a:bodyPr wrap="square"/>
          <a:lstStyle>
            <a:lvl1pPr/>
          </a:lstStyle>
          <a:p>
            <a:pPr/>
            <a:endParaRPr altLang="en-US" lang="en-US" dirty="0"/>
          </a:p>
        </p:txBody>
      </p:sp>
      <p:sp>
        <p:nvSpPr>
          <p:cNvPr id="3" name="Footer Placeholder 2"/>
          <p:cNvSpPr>
            <a:spLocks noGrp="1"/>
          </p:cNvSpPr>
          <p:nvPr>
            <p:ph type="ftr" idx="11"/>
          </p:nvPr>
        </p:nvSpPr>
        <p:spPr>
          <a:ln>
            <a:headEnd type="none"/>
            <a:tailEnd type="none"/>
          </a:ln>
        </p:spPr>
        <p:txBody>
          <a:bodyPr wrap="square"/>
          <a:lstStyle>
            <a:lvl1pPr/>
          </a:lstStyle>
          <a:p>
            <a:pPr/>
            <a:endParaRPr altLang="en-US" lang="en-US" dirty="0"/>
          </a:p>
        </p:txBody>
      </p:sp>
      <p:sp>
        <p:nvSpPr>
          <p:cNvPr id="4" name="Slide Number Placeholder 3"/>
          <p:cNvSpPr>
            <a:spLocks noGrp="1"/>
          </p:cNvSpPr>
          <p:nvPr>
            <p:ph type="sldNum" idx="12"/>
          </p:nvPr>
        </p:nvSpPr>
        <p:spPr>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3738" y="503238"/>
            <a:ext cx="3251200" cy="1765300"/>
          </a:xfrm>
          <a:ln>
            <a:headEnd type="none"/>
            <a:tailEnd type="none"/>
          </a:ln>
        </p:spPr>
        <p:txBody>
          <a:bodyPr anchor="b" wrap="square"/>
          <a:lstStyle>
            <a:lvl1pPr>
              <a:defRPr sz="3200" dirty="0"/>
            </a:lvl1pPr>
          </a:lstStyle>
          <a:p>
            <a:pPr/>
            <a:r>
              <a:rPr lang="en-US" dirty="0"/>
              <a:t>Click to edit Master title style</a:t>
            </a:r>
            <a:endParaRPr lang="en-AU" dirty="0"/>
          </a:p>
        </p:txBody>
      </p:sp>
      <p:sp>
        <p:nvSpPr>
          <p:cNvPr id="3" name="Content Placeholder 2"/>
          <p:cNvSpPr>
            <a:spLocks noGrp="1"/>
          </p:cNvSpPr>
          <p:nvPr>
            <p:ph idx="1"/>
          </p:nvPr>
        </p:nvSpPr>
        <p:spPr>
          <a:xfrm>
            <a:off x="4286250" y="1089025"/>
            <a:ext cx="5102225" cy="5372100"/>
          </a:xfrm>
          <a:ln>
            <a:headEnd type="none"/>
            <a:tailEnd type="none"/>
          </a:ln>
        </p:spPr>
        <p:txBody>
          <a:bodyPr wrap="square"/>
          <a:lstStyle>
            <a:lvl1pPr>
              <a:defRPr sz="3200" dirty="0"/>
            </a:lvl1pPr>
            <a:lvl2pPr>
              <a:defRPr sz="2800" dirty="0"/>
            </a:lvl2pPr>
            <a:lvl3pPr>
              <a:defRPr sz="2400" dirty="0"/>
            </a:lvl3pPr>
            <a:lvl4pPr>
              <a:defRPr sz="2000" dirty="0"/>
            </a:lvl4pPr>
            <a:lvl5pPr>
              <a:defRPr sz="2000" dirty="0"/>
            </a:lvl5pPr>
            <a:lvl6pPr>
              <a:defRPr sz="2000" dirty="0"/>
            </a:lvl6pPr>
            <a:lvl7pPr>
              <a:defRPr sz="2000" dirty="0"/>
            </a:lvl7pPr>
            <a:lvl8pPr>
              <a:defRPr sz="2000" dirty="0"/>
            </a:lvl8pPr>
            <a:lvl9pPr>
              <a:defRPr sz="2000" dirty="0"/>
            </a:lvl9pPr>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Text Placeholder 3"/>
          <p:cNvSpPr>
            <a:spLocks noGrp="1"/>
          </p:cNvSpPr>
          <p:nvPr>
            <p:ph type="body" sz="half" idx="2"/>
          </p:nvPr>
        </p:nvSpPr>
        <p:spPr>
          <a:xfrm>
            <a:off x="693738" y="2268538"/>
            <a:ext cx="3251200" cy="4200525"/>
          </a:xfrm>
          <a:ln>
            <a:headEnd type="none"/>
            <a:tailEnd type="none"/>
          </a:ln>
        </p:spPr>
        <p:txBody>
          <a:bodyPr wrap="square"/>
          <a:lstStyle>
            <a:lvl1pPr marL="0" indent="0">
              <a:buNone/>
              <a:defRPr sz="1600" dirty="0"/>
            </a:lvl1pPr>
            <a:lvl2pPr marL="457200" indent="0">
              <a:buNone/>
              <a:defRPr sz="1400" dirty="0"/>
            </a:lvl2pPr>
            <a:lvl3pPr marL="914400" indent="0">
              <a:buNone/>
              <a:defRPr sz="1200" dirty="0"/>
            </a:lvl3pPr>
            <a:lvl4pPr marL="1371600" indent="0">
              <a:buNone/>
              <a:defRPr sz="1000" dirty="0"/>
            </a:lvl4pPr>
            <a:lvl5pPr marL="1828800" indent="0">
              <a:buNone/>
              <a:defRPr sz="1000" dirty="0"/>
            </a:lvl5pPr>
            <a:lvl6pPr marL="2286000" indent="0">
              <a:buNone/>
              <a:defRPr sz="1000" dirty="0"/>
            </a:lvl6pPr>
            <a:lvl7pPr marL="2743200" indent="0">
              <a:buNone/>
              <a:defRPr sz="1000" dirty="0"/>
            </a:lvl7pPr>
            <a:lvl8pPr marL="3200400" indent="0">
              <a:buNone/>
              <a:defRPr sz="1000" dirty="0"/>
            </a:lvl8pPr>
            <a:lvl9pPr marL="3657600" indent="0">
              <a:buNone/>
              <a:defRPr sz="1000" dirty="0"/>
            </a:lvl9pPr>
          </a:lstStyle>
          <a:p>
            <a:pPr/>
            <a:r>
              <a:rPr lang="en-US" dirty="0"/>
              <a:t>Click to edit Master text styles</a:t>
            </a:r>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3738" y="503238"/>
            <a:ext cx="3251200" cy="1765300"/>
          </a:xfrm>
          <a:ln>
            <a:headEnd type="none"/>
            <a:tailEnd type="none"/>
          </a:ln>
        </p:spPr>
        <p:txBody>
          <a:bodyPr anchor="b" wrap="square"/>
          <a:lstStyle>
            <a:lvl1pPr>
              <a:defRPr sz="3200" dirty="0"/>
            </a:lvl1pPr>
          </a:lstStyle>
          <a:p>
            <a:pPr/>
            <a:r>
              <a:rPr lang="en-US" dirty="0"/>
              <a:t>Click to edit Master title style</a:t>
            </a:r>
            <a:endParaRPr lang="en-AU" dirty="0"/>
          </a:p>
        </p:txBody>
      </p:sp>
      <p:sp>
        <p:nvSpPr>
          <p:cNvPr id="3" name="Picture Placeholder 2"/>
          <p:cNvSpPr>
            <a:spLocks noGrp="1"/>
          </p:cNvSpPr>
          <p:nvPr>
            <p:ph type="pic" idx="1"/>
          </p:nvPr>
        </p:nvSpPr>
        <p:spPr>
          <a:xfrm>
            <a:off x="4286250" y="1089025"/>
            <a:ext cx="5102225" cy="5372100"/>
          </a:xfrm>
          <a:ln>
            <a:headEnd type="none"/>
            <a:tailEnd type="none"/>
          </a:ln>
        </p:spPr>
        <p:txBody>
          <a:bodyPr wrap="square"/>
          <a:lstStyle>
            <a:lvl1pPr marL="0" indent="0">
              <a:buNone/>
              <a:defRPr sz="3200" dirty="0"/>
            </a:lvl1pPr>
            <a:lvl2pPr marL="457200" indent="0">
              <a:buNone/>
              <a:defRPr sz="2800" dirty="0"/>
            </a:lvl2pPr>
            <a:lvl3pPr marL="914400" indent="0">
              <a:buNone/>
              <a:defRPr sz="2400" dirty="0"/>
            </a:lvl3pPr>
            <a:lvl4pPr marL="1371600" indent="0">
              <a:buNone/>
              <a:defRPr sz="2000" dirty="0"/>
            </a:lvl4pPr>
            <a:lvl5pPr marL="1828800" indent="0">
              <a:buNone/>
              <a:defRPr sz="2000" dirty="0"/>
            </a:lvl5pPr>
            <a:lvl6pPr marL="2286000" indent="0">
              <a:buNone/>
              <a:defRPr sz="2000" dirty="0"/>
            </a:lvl6pPr>
            <a:lvl7pPr marL="2743200" indent="0">
              <a:buNone/>
              <a:defRPr sz="2000" dirty="0"/>
            </a:lvl7pPr>
            <a:lvl8pPr marL="3200400" indent="0">
              <a:buNone/>
              <a:defRPr sz="2000" dirty="0"/>
            </a:lvl8pPr>
            <a:lvl9pPr marL="3657600" indent="0">
              <a:buNone/>
              <a:defRPr sz="2000" dirty="0"/>
            </a:lvl9pPr>
          </a:lstStyle>
          <a:p>
            <a:pPr/>
            <a:endParaRPr lang="en-AU" dirty="0"/>
          </a:p>
        </p:txBody>
      </p:sp>
      <p:sp>
        <p:nvSpPr>
          <p:cNvPr id="4" name="Text Placeholder 3"/>
          <p:cNvSpPr>
            <a:spLocks noGrp="1"/>
          </p:cNvSpPr>
          <p:nvPr>
            <p:ph type="body" sz="half" idx="2"/>
          </p:nvPr>
        </p:nvSpPr>
        <p:spPr>
          <a:xfrm>
            <a:off x="693738" y="2268538"/>
            <a:ext cx="3251200" cy="4200525"/>
          </a:xfrm>
          <a:ln>
            <a:headEnd type="none"/>
            <a:tailEnd type="none"/>
          </a:ln>
        </p:spPr>
        <p:txBody>
          <a:bodyPr wrap="square"/>
          <a:lstStyle>
            <a:lvl1pPr marL="0" indent="0">
              <a:buNone/>
              <a:defRPr sz="1600" dirty="0"/>
            </a:lvl1pPr>
            <a:lvl2pPr marL="457200" indent="0">
              <a:buNone/>
              <a:defRPr sz="1400" dirty="0"/>
            </a:lvl2pPr>
            <a:lvl3pPr marL="914400" indent="0">
              <a:buNone/>
              <a:defRPr sz="1200" dirty="0"/>
            </a:lvl3pPr>
            <a:lvl4pPr marL="1371600" indent="0">
              <a:buNone/>
              <a:defRPr sz="1000" dirty="0"/>
            </a:lvl4pPr>
            <a:lvl5pPr marL="1828800" indent="0">
              <a:buNone/>
              <a:defRPr sz="1000" dirty="0"/>
            </a:lvl5pPr>
            <a:lvl6pPr marL="2286000" indent="0">
              <a:buNone/>
              <a:defRPr sz="1000" dirty="0"/>
            </a:lvl6pPr>
            <a:lvl7pPr marL="2743200" indent="0">
              <a:buNone/>
              <a:defRPr sz="1000" dirty="0"/>
            </a:lvl7pPr>
            <a:lvl8pPr marL="3200400" indent="0">
              <a:buNone/>
              <a:defRPr sz="1000" dirty="0"/>
            </a:lvl8pPr>
            <a:lvl9pPr marL="3657600" indent="0">
              <a:buNone/>
              <a:defRPr sz="1000" dirty="0"/>
            </a:lvl9pPr>
          </a:lstStyle>
          <a:p>
            <a:pPr/>
            <a:r>
              <a:rPr lang="en-US" dirty="0"/>
              <a:t>Click to edit Master text styles</a:t>
            </a:r>
          </a:p>
        </p:txBody>
      </p:sp>
      <p:sp>
        <p:nvSpPr>
          <p:cNvPr id="5" name="Date Placeholder 4"/>
          <p:cNvSpPr>
            <a:spLocks noGrp="1"/>
          </p:cNvSpPr>
          <p:nvPr>
            <p:ph type="dt" idx="10"/>
          </p:nvPr>
        </p:nvSpPr>
        <p:spPr>
          <a:ln>
            <a:headEnd type="none"/>
            <a:tailEnd type="none"/>
          </a:ln>
        </p:spPr>
        <p:txBody>
          <a:bodyPr wrap="square"/>
          <a:lstStyle>
            <a:lvl1pPr/>
          </a:lstStyle>
          <a:p>
            <a:pPr/>
            <a:endParaRPr altLang="en-US" lang="en-US" dirty="0"/>
          </a:p>
        </p:txBody>
      </p:sp>
      <p:sp>
        <p:nvSpPr>
          <p:cNvPr id="6" name="Footer Placeholder 5"/>
          <p:cNvSpPr>
            <a:spLocks noGrp="1"/>
          </p:cNvSpPr>
          <p:nvPr>
            <p:ph type="ftr" idx="11"/>
          </p:nvPr>
        </p:nvSpPr>
        <p:spPr>
          <a:ln>
            <a:headEnd type="none"/>
            <a:tailEnd type="none"/>
          </a:ln>
        </p:spPr>
        <p:txBody>
          <a:bodyPr wrap="square"/>
          <a:lstStyle>
            <a:lvl1pPr/>
          </a:lstStyle>
          <a:p>
            <a:pPr/>
            <a:endParaRPr altLang="en-US" lang="en-US" dirty="0"/>
          </a:p>
        </p:txBody>
      </p:sp>
      <p:sp>
        <p:nvSpPr>
          <p:cNvPr id="7" name="Slide Number Placeholder 6"/>
          <p:cNvSpPr>
            <a:spLocks noGrp="1"/>
          </p:cNvSpPr>
          <p:nvPr>
            <p:ph type="sldNum" idx="12"/>
          </p:nvPr>
        </p:nvSpPr>
        <p:spPr>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ln>
            <a:headEnd type="none"/>
            <a:tailEnd type="none"/>
          </a:ln>
        </p:spPr>
        <p:txBody>
          <a:bodyPr wrap="square"/>
          <a:lstStyle/>
          <a:p>
            <a:pPr/>
            <a:r>
              <a:rPr lang="en-US" dirty="0"/>
              <a:t>Click to edit Master title style</a:t>
            </a:r>
            <a:endParaRPr lang="en-AU" dirty="0"/>
          </a:p>
        </p:txBody>
      </p:sp>
      <p:sp>
        <p:nvSpPr>
          <p:cNvPr id="3" name="Vertical Text Placeholder 2"/>
          <p:cNvSpPr>
            <a:spLocks noGrp="1"/>
          </p:cNvSpPr>
          <p:nvPr>
            <p:ph type="body" orient="vert" idx="1"/>
          </p:nvPr>
        </p:nvSpPr>
        <p:spPr>
          <a:ln>
            <a:headEnd type="none"/>
            <a:tailEnd type="none"/>
          </a:ln>
        </p:spPr>
        <p:txBody>
          <a:bodyPr vert="eaVert"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07263" y="576263"/>
            <a:ext cx="2266950" cy="5607050"/>
          </a:xfrm>
          <a:ln>
            <a:headEnd type="none"/>
            <a:tailEnd type="none"/>
          </a:ln>
        </p:spPr>
        <p:txBody>
          <a:bodyPr vert="eaVert" wrap="square"/>
          <a:lstStyle/>
          <a:p>
            <a:pPr/>
            <a:r>
              <a:rPr lang="en-US" dirty="0"/>
              <a:t>Click to edit Master title style</a:t>
            </a:r>
            <a:endParaRPr lang="en-AU" dirty="0"/>
          </a:p>
        </p:txBody>
      </p:sp>
      <p:sp>
        <p:nvSpPr>
          <p:cNvPr id="3" name="Vertical Text Placeholder 2"/>
          <p:cNvSpPr>
            <a:spLocks noGrp="1"/>
          </p:cNvSpPr>
          <p:nvPr>
            <p:ph type="body" orient="vert" idx="1"/>
          </p:nvPr>
        </p:nvSpPr>
        <p:spPr>
          <a:xfrm>
            <a:off x="503238" y="576263"/>
            <a:ext cx="6651625" cy="5607050"/>
          </a:xfrm>
          <a:ln>
            <a:headEnd type="none"/>
            <a:tailEnd type="none"/>
          </a:ln>
        </p:spPr>
        <p:txBody>
          <a:bodyPr vert="eaVert" wrap="square"/>
          <a:lstStyle/>
          <a:p>
            <a:pPr/>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idx="10"/>
          </p:nvPr>
        </p:nvSpPr>
        <p:spPr>
          <a:ln>
            <a:headEnd type="none"/>
            <a:tailEnd type="none"/>
          </a:ln>
        </p:spPr>
        <p:txBody>
          <a:bodyPr wrap="square"/>
          <a:lstStyle>
            <a:lvl1pPr/>
          </a:lstStyle>
          <a:p>
            <a:pPr/>
            <a:endParaRPr altLang="en-US" lang="en-US" dirty="0"/>
          </a:p>
        </p:txBody>
      </p:sp>
      <p:sp>
        <p:nvSpPr>
          <p:cNvPr id="5" name="Footer Placeholder 4"/>
          <p:cNvSpPr>
            <a:spLocks noGrp="1"/>
          </p:cNvSpPr>
          <p:nvPr>
            <p:ph type="ftr" idx="11"/>
          </p:nvPr>
        </p:nvSpPr>
        <p:spPr>
          <a:ln>
            <a:headEnd type="none"/>
            <a:tailEnd type="none"/>
          </a:ln>
        </p:spPr>
        <p:txBody>
          <a:bodyPr wrap="square"/>
          <a:lstStyle>
            <a:lvl1pPr/>
          </a:lstStyle>
          <a:p>
            <a:pPr/>
            <a:endParaRPr altLang="en-US" lang="en-US" dirty="0"/>
          </a:p>
        </p:txBody>
      </p:sp>
      <p:sp>
        <p:nvSpPr>
          <p:cNvPr id="6" name="Slide Number Placeholder 5"/>
          <p:cNvSpPr>
            <a:spLocks noGrp="1"/>
          </p:cNvSpPr>
          <p:nvPr>
            <p:ph type="sldNum" idx="12"/>
          </p:nvPr>
        </p:nvSpPr>
        <p:spPr>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503238" y="576263"/>
            <a:ext cx="7197725" cy="719137"/>
          </a:xfrm>
          <a:ln>
            <a:headEnd type="none"/>
            <a:tailEnd type="none"/>
          </a:ln>
        </p:spPr>
        <p:txBody>
          <a:bodyPr wrap="square"/>
          <a:lstStyle/>
          <a:p>
            <a:pPr/>
            <a:r>
              <a:rPr lang="en-US" dirty="0"/>
              <a:t>Click to edit Master title style</a:t>
            </a:r>
            <a:endParaRPr lang="en-AU" dirty="0"/>
          </a:p>
        </p:txBody>
      </p:sp>
      <p:sp>
        <p:nvSpPr>
          <p:cNvPr id="3" name="Date Placeholder 2"/>
          <p:cNvSpPr>
            <a:spLocks noGrp="1"/>
          </p:cNvSpPr>
          <p:nvPr>
            <p:ph type="dt" idx="10"/>
          </p:nvPr>
        </p:nvSpPr>
        <p:spPr>
          <a:xfrm>
            <a:off x="503238" y="6886575"/>
            <a:ext cx="2346325" cy="519113"/>
          </a:xfrm>
          <a:ln>
            <a:headEnd type="none"/>
            <a:tailEnd type="none"/>
          </a:ln>
        </p:spPr>
        <p:txBody>
          <a:bodyPr wrap="square"/>
          <a:lstStyle>
            <a:lvl1pPr/>
          </a:lstStyle>
          <a:p>
            <a:pPr/>
            <a:endParaRPr altLang="en-US" lang="en-US" dirty="0"/>
          </a:p>
        </p:txBody>
      </p:sp>
      <p:sp>
        <p:nvSpPr>
          <p:cNvPr id="4" name="Footer Placeholder 3"/>
          <p:cNvSpPr>
            <a:spLocks noGrp="1"/>
          </p:cNvSpPr>
          <p:nvPr>
            <p:ph type="ftr" idx="11"/>
          </p:nvPr>
        </p:nvSpPr>
        <p:spPr>
          <a:xfrm>
            <a:off x="3448050" y="6886575"/>
            <a:ext cx="3194050" cy="519113"/>
          </a:xfrm>
          <a:ln>
            <a:headEnd type="none"/>
            <a:tailEnd type="none"/>
          </a:ln>
        </p:spPr>
        <p:txBody>
          <a:bodyPr wrap="square"/>
          <a:lstStyle>
            <a:lvl1pPr/>
          </a:lstStyle>
          <a:p>
            <a:pPr/>
            <a:endParaRPr altLang="en-US" lang="en-US" dirty="0"/>
          </a:p>
        </p:txBody>
      </p:sp>
      <p:sp>
        <p:nvSpPr>
          <p:cNvPr id="5" name="Slide Number Placeholder 4"/>
          <p:cNvSpPr>
            <a:spLocks noGrp="1"/>
          </p:cNvSpPr>
          <p:nvPr>
            <p:ph type="sldNum" idx="12"/>
          </p:nvPr>
        </p:nvSpPr>
        <p:spPr>
          <a:xfrm>
            <a:off x="7226300" y="6886575"/>
            <a:ext cx="2346325" cy="519113"/>
          </a:xfrm>
          <a:ln>
            <a:headEnd type="none"/>
            <a:tailEnd type="none"/>
          </a:ln>
        </p:spPr>
        <p:txBody>
          <a:bodyPr wrap="square"/>
          <a:lstStyle>
            <a:lvl1pPr/>
          </a:lstStyle>
          <a:p>
            <a:pPr/>
            <a:fld id="{00000001-0000-0000-0000-000000000000}" type="slidenum">
              <a:rPr altLang="en-US" lang="en-US" dirty="0"/>
              <a:t>‹#›</a:t>
            </a:fld>
            <a:endParaRPr altLang="en-US" lang="en-US" dirty="0"/>
          </a:p>
        </p:txBody>
      </p:sp>
    </p:spTree>
  </p:cSld>
  <p:clrMapOvr>
    <a:masterClrMapping/>
  </p:clrMapOvr>
</p:sldLayout>
</file>

<file path=ppt/slideMasters/_rels/slideMaster1.xml.rels>&#65279;<?xml version="1.0" encoding="utf-8" standalone="yes"?><Relationships xmlns="http://schemas.openxmlformats.org/package/2006/relationships"><Relationship Id="DeterministicId1" Type="http://schemas.openxmlformats.org/officeDocument/2006/relationships/slideLayout" Target="../slideLayouts/slideLayout1.xml" /><Relationship Id="DeterministicId2" Type="http://schemas.openxmlformats.org/officeDocument/2006/relationships/slideLayout" Target="../slideLayouts/slideLayout10.xml" /><Relationship Id="DeterministicId3" Type="http://schemas.openxmlformats.org/officeDocument/2006/relationships/slideLayout" Target="../slideLayouts/slideLayout11.xml" /><Relationship Id="DeterministicId4" Type="http://schemas.openxmlformats.org/officeDocument/2006/relationships/slideLayout" Target="../slideLayouts/slideLayout2.xml" /><Relationship Id="DeterministicId5" Type="http://schemas.openxmlformats.org/officeDocument/2006/relationships/slideLayout" Target="../slideLayouts/slideLayout3.xml" /><Relationship Id="DeterministicId6" Type="http://schemas.openxmlformats.org/officeDocument/2006/relationships/slideLayout" Target="../slideLayouts/slideLayout4.xml" /><Relationship Id="DeterministicId7" Type="http://schemas.openxmlformats.org/officeDocument/2006/relationships/slideLayout" Target="../slideLayouts/slideLayout5.xml" /><Relationship Id="DeterministicId8" Type="http://schemas.openxmlformats.org/officeDocument/2006/relationships/slideLayout" Target="../slideLayouts/slideLayout6.xml" /><Relationship Id="DeterministicId9" Type="http://schemas.openxmlformats.org/officeDocument/2006/relationships/slideLayout" Target="../slideLayouts/slideLayout7.xml" /><Relationship Id="DeterministicId10" Type="http://schemas.openxmlformats.org/officeDocument/2006/relationships/slideLayout" Target="../slideLayouts/slideLayout8.xml" /><Relationship Id="DeterministicId11" Type="http://schemas.openxmlformats.org/officeDocument/2006/relationships/slideLayout" Target="../slideLayouts/slideLayout9.xml" /><Relationship Id="DeterministicId12" Type="http://schemas.openxmlformats.org/officeDocument/2006/relationships/theme" Target="/ppt/theme/theme1.xml" /></Relationships>
</file>

<file path=ppt/slideMasters/_rels/slideMaster2.xml.rels>&#65279;<?xml version="1.0" encoding="utf-8" standalone="yes"?><Relationships xmlns="http://schemas.openxmlformats.org/package/2006/relationships"><Relationship Id="DeterministicId1" Type="http://schemas.openxmlformats.org/officeDocument/2006/relationships/image" Target="../media/image1.png" /><Relationship Id="DeterministicId2" Type="http://schemas.openxmlformats.org/officeDocument/2006/relationships/slideLayout" Target="../slideLayouts/slideLayout12.xml" /><Relationship Id="DeterministicId3" Type="http://schemas.openxmlformats.org/officeDocument/2006/relationships/slideLayout" Target="../slideLayouts/slideLayout13.xml" /><Relationship Id="DeterministicId4" Type="http://schemas.openxmlformats.org/officeDocument/2006/relationships/slideLayout" Target="../slideLayouts/slideLayout14.xml" /><Relationship Id="DeterministicId5" Type="http://schemas.openxmlformats.org/officeDocument/2006/relationships/slideLayout" Target="../slideLayouts/slideLayout15.xml" /><Relationship Id="DeterministicId6" Type="http://schemas.openxmlformats.org/officeDocument/2006/relationships/slideLayout" Target="../slideLayouts/slideLayout16.xml" /><Relationship Id="DeterministicId7" Type="http://schemas.openxmlformats.org/officeDocument/2006/relationships/slideLayout" Target="../slideLayouts/slideLayout17.xml" /><Relationship Id="DeterministicId8" Type="http://schemas.openxmlformats.org/officeDocument/2006/relationships/slideLayout" Target="../slideLayouts/slideLayout18.xml" /><Relationship Id="DeterministicId9" Type="http://schemas.openxmlformats.org/officeDocument/2006/relationships/slideLayout" Target="../slideLayouts/slideLayout19.xml" /><Relationship Id="DeterministicId10" Type="http://schemas.openxmlformats.org/officeDocument/2006/relationships/slideLayout" Target="../slideLayouts/slideLayout20.xml" /><Relationship Id="DeterministicId11" Type="http://schemas.openxmlformats.org/officeDocument/2006/relationships/slideLayout" Target="../slideLayouts/slideLayout21.xml" /><Relationship Id="DeterministicId12" Type="http://schemas.openxmlformats.org/officeDocument/2006/relationships/slideLayout" Target="../slideLayouts/slideLayout22.xml" /><Relationship Id="DeterministicId13" Type="http://schemas.openxmlformats.org/officeDocument/2006/relationships/slideLayout" Target="../slideLayouts/slideLayout23.xml" /><Relationship Id="DeterministicId14" Type="http://schemas.openxmlformats.org/officeDocument/2006/relationships/theme" Target="/ppt/theme/theme2.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25" name="Rectangle 1"/>
          <p:cNvSpPr>
            <a:spLocks noGrp="1"/>
          </p:cNvSpPr>
          <p:nvPr>
            <p:ph type="title"/>
          </p:nvPr>
        </p:nvSpPr>
        <p:spPr bwMode="auto">
          <a:xfrm>
            <a:off x="503238" y="301625"/>
            <a:ext cx="9069387" cy="1260475"/>
          </a:xfrm>
          <a:prstGeom prst="rect">
            <a:avLst/>
          </a:prstGeom>
          <a:noFill/>
          <a:ln>
            <a:noFill/>
            <a:headEnd type="none"/>
            <a:tailEnd type="none"/>
          </a:ln>
          <a:effectLst/>
        </p:spPr>
        <p:txBody>
          <a:bodyPr numCol="1" lIns="0" tIns="0" rIns="0" bIns="0" anchor="ctr" wrap="square">
            <a:prstTxWarp prst="textNoShape">
              <a:avLst/>
            </a:prstTxWarp>
          </a:bodyPr>
          <a:lstStyle/>
          <a:p>
            <a:pPr/>
            <a:r>
              <a:rPr altLang="en-US" lang="en-GB" dirty="0"/>
              <a:t>Click to edit the title text format</a:t>
            </a:r>
          </a:p>
        </p:txBody>
      </p:sp>
      <p:sp>
        <p:nvSpPr>
          <p:cNvPr id="1026" name="Rectangle 2"/>
          <p:cNvSpPr>
            <a:spLocks noGrp="1"/>
          </p:cNvSpPr>
          <p:nvPr>
            <p:ph type="body" idx="1"/>
          </p:nvPr>
        </p:nvSpPr>
        <p:spPr bwMode="auto">
          <a:xfrm>
            <a:off x="503238" y="1768475"/>
            <a:ext cx="9069387" cy="4383088"/>
          </a:xfrm>
          <a:prstGeom prst="rect">
            <a:avLst/>
          </a:prstGeom>
          <a:noFill/>
          <a:ln>
            <a:noFill/>
            <a:headEnd type="none"/>
            <a:tailEnd type="none"/>
          </a:ln>
          <a:effectLst/>
        </p:spPr>
        <p:txBody>
          <a:bodyPr numCol="1" lIns="0" tIns="24192" rIns="0" bIns="0" anchor="t" wrap="square">
            <a:prstTxWarp prst="textNoShape">
              <a:avLst/>
            </a:prstTxWarp>
          </a:bodyPr>
          <a:lstStyle/>
          <a:p>
            <a:pPr/>
            <a:r>
              <a:rPr altLang="en-US" lang="en-GB" dirty="0"/>
              <a:t>Click to edit the outline text format</a:t>
            </a:r>
          </a:p>
          <a:p>
            <a:pPr lvl="1"/>
            <a:r>
              <a:rPr altLang="en-US" lang="en-GB" dirty="0"/>
              <a:t>Second Outline Level</a:t>
            </a:r>
          </a:p>
          <a:p>
            <a:pPr lvl="2"/>
            <a:r>
              <a:rPr altLang="en-US" lang="en-GB" dirty="0"/>
              <a:t>Third Outline Level</a:t>
            </a:r>
          </a:p>
          <a:p>
            <a:pPr lvl="3"/>
            <a:r>
              <a:rPr altLang="en-US" lang="en-GB" dirty="0"/>
              <a:t>Fourth Outline Level</a:t>
            </a:r>
          </a:p>
          <a:p>
            <a:pPr lvl="4"/>
            <a:r>
              <a:rPr altLang="en-US" lang="en-GB" dirty="0"/>
              <a:t>Fifth Outline Level</a:t>
            </a:r>
          </a:p>
          <a:p>
            <a:pPr lvl="4"/>
            <a:r>
              <a:rPr altLang="en-US" lang="en-GB" dirty="0"/>
              <a:t>Sixth Outline Level</a:t>
            </a:r>
          </a:p>
          <a:p>
            <a:pPr lvl="4"/>
            <a:r>
              <a:rPr altLang="en-US" lang="en-GB" dirty="0"/>
              <a:t>Seventh Outline Level</a:t>
            </a:r>
          </a:p>
        </p:txBody>
      </p:sp>
      <p:sp>
        <p:nvSpPr>
          <p:cNvPr id="1027" name="Rectangle 3"/>
          <p:cNvSpPr>
            <a:spLocks noGrp="1"/>
          </p:cNvSpPr>
          <p:nvPr>
            <p:ph type="dt"/>
          </p:nvPr>
        </p:nvSpPr>
        <p:spPr bwMode="auto">
          <a:xfrm>
            <a:off x="503238" y="6886575"/>
            <a:ext cx="2346325" cy="519113"/>
          </a:xfrm>
          <a:prstGeom prst="rect">
            <a:avLst/>
          </a:prstGeom>
          <a:noFill/>
          <a:ln>
            <a:noFill/>
            <a:headEnd type="none"/>
            <a:tailEnd type="none"/>
          </a:ln>
          <a:effectLst/>
        </p:spPr>
        <p:txBody>
          <a:bodyPr numCol="1" lIns="0" tIns="0" rIns="0" bIns="0" anchor="t" wrap="square">
            <a:prstTxWarp prst="textNoShape">
              <a:avLst/>
            </a:prstTxWarp>
          </a:bodyPr>
          <a:lstStyle>
            <a:lvl1pPr>
              <a:lnSpc>
                <a:spcPct val="93000"/>
              </a:lnSpc>
              <a:tabLst>
                <a:tab pos="457200" algn="l"/>
                <a:tab pos="914400" algn="l"/>
                <a:tab pos="1371600" algn="l"/>
                <a:tab pos="1828800" algn="l"/>
                <a:tab pos="2286000" algn="l"/>
              </a:tabLst>
              <a:defRPr sz="1400" dirty="0">
                <a:solidFill>
                  <a:srgbClr val="000000"/>
                </a:solidFill>
                <a:latin typeface="Times New Roman"/>
                <a:cs typeface="DejaVu Sans"/>
              </a:defRPr>
            </a:lvl1pPr>
          </a:lstStyle>
          <a:p>
            <a:pPr/>
            <a:endParaRPr altLang="en-US" lang="en-US" dirty="0"/>
          </a:p>
        </p:txBody>
      </p:sp>
      <p:sp>
        <p:nvSpPr>
          <p:cNvPr id="1028" name="Rectangle 4"/>
          <p:cNvSpPr>
            <a:spLocks noGrp="1"/>
          </p:cNvSpPr>
          <p:nvPr>
            <p:ph type="ftr"/>
          </p:nvPr>
        </p:nvSpPr>
        <p:spPr bwMode="auto">
          <a:xfrm>
            <a:off x="3448050" y="6886575"/>
            <a:ext cx="3194050" cy="519113"/>
          </a:xfrm>
          <a:prstGeom prst="rect">
            <a:avLst/>
          </a:prstGeom>
          <a:noFill/>
          <a:ln>
            <a:noFill/>
            <a:headEnd type="none"/>
            <a:tailEnd type="none"/>
          </a:ln>
          <a:effectLst/>
        </p:spPr>
        <p:txBody>
          <a:bodyPr numCol="1" lIns="0" tIns="0" rIns="0" bIns="0" anchor="t" wrap="square">
            <a:prstTxWarp prst="textNoShape">
              <a:avLst/>
            </a:prstTxWarp>
          </a:bodyPr>
          <a:lstStyle>
            <a:lvl1pPr algn="ctr">
              <a:lnSpc>
                <a:spcPct val="93000"/>
              </a:lnSpc>
              <a:tabLst>
                <a:tab pos="457200" algn="l"/>
                <a:tab pos="914400" algn="l"/>
                <a:tab pos="1371600" algn="l"/>
                <a:tab pos="1828800" algn="l"/>
                <a:tab pos="2286000" algn="l"/>
                <a:tab pos="2743200" algn="l"/>
              </a:tabLst>
              <a:defRPr sz="1400" dirty="0">
                <a:solidFill>
                  <a:srgbClr val="000000"/>
                </a:solidFill>
                <a:latin typeface="Times New Roman"/>
                <a:cs typeface="DejaVu Sans"/>
              </a:defRPr>
            </a:lvl1pPr>
          </a:lstStyle>
          <a:p>
            <a:pPr/>
            <a:endParaRPr altLang="en-US" lang="en-US" dirty="0"/>
          </a:p>
        </p:txBody>
      </p:sp>
      <p:sp>
        <p:nvSpPr>
          <p:cNvPr id="1029" name="Rectangle 5"/>
          <p:cNvSpPr>
            <a:spLocks noGrp="1"/>
          </p:cNvSpPr>
          <p:nvPr>
            <p:ph type="sldNum"/>
          </p:nvPr>
        </p:nvSpPr>
        <p:spPr bwMode="auto">
          <a:xfrm>
            <a:off x="7227888" y="6886575"/>
            <a:ext cx="2346325" cy="519113"/>
          </a:xfrm>
          <a:prstGeom prst="rect">
            <a:avLst/>
          </a:prstGeom>
          <a:noFill/>
          <a:ln>
            <a:noFill/>
            <a:headEnd type="none"/>
            <a:tailEnd type="none"/>
          </a:ln>
          <a:effectLst/>
        </p:spPr>
        <p:txBody>
          <a:bodyPr numCol="1" lIns="0" tIns="0" rIns="0" bIns="0" anchor="t" wrap="square">
            <a:prstTxWarp prst="textNoShape">
              <a:avLst/>
            </a:prstTxWarp>
          </a:bodyPr>
          <a:lstStyle>
            <a:lvl1pPr algn="r">
              <a:lnSpc>
                <a:spcPct val="93000"/>
              </a:lnSpc>
              <a:tabLst>
                <a:tab pos="457200" algn="l"/>
                <a:tab pos="914400" algn="l"/>
                <a:tab pos="1371600" algn="l"/>
                <a:tab pos="1828800" algn="l"/>
                <a:tab pos="2286000" algn="l"/>
              </a:tabLst>
              <a:defRPr sz="1400" dirty="0">
                <a:solidFill>
                  <a:srgbClr val="000000"/>
                </a:solidFill>
                <a:latin typeface="Times New Roman"/>
                <a:cs typeface="DejaVu Sans"/>
              </a:defRPr>
            </a:lvl1pPr>
          </a:lstStyle>
          <a:p>
            <a:pPr/>
            <a:fld id="{00000001-0000-0000-0000-000000000000}" type="slidenum">
              <a:rPr altLang="en-US" lang="en-US" dirty="0"/>
              <a:t>‹#›</a:t>
            </a:fld>
            <a:endParaRPr altLang="en-US" lang="en-US" dirty="0"/>
          </a:p>
        </p:txBody>
      </p:sp>
    </p:spTree>
  </p:cSld>
  <p:clrMap bg1="lt1" tx1="dk1" bg2="lt2" tx2="dk2" accent1="accent1" accent2="accent2" accent3="accent3" accent4="accent4" accent5="accent5" accent6="accent6" hlink="hlink" folHlink="folHlink"/>
  <p:sldLayoutIdLst>
    <p:sldLayoutId id="2147483650" r:id="DeterministicId1"/>
    <p:sldLayoutId id="2147483651" r:id="DeterministicId4"/>
    <p:sldLayoutId id="2147483652" r:id="DeterministicId5"/>
    <p:sldLayoutId id="2147483653" r:id="DeterministicId6"/>
    <p:sldLayoutId id="2147483654" r:id="DeterministicId7"/>
    <p:sldLayoutId id="2147483655" r:id="DeterministicId8"/>
    <p:sldLayoutId id="2147483656" r:id="DeterministicId9"/>
    <p:sldLayoutId id="2147483657" r:id="DeterministicId10"/>
    <p:sldLayoutId id="2147483658" r:id="DeterministicId11"/>
    <p:sldLayoutId id="2147483659" r:id="DeterministicId2"/>
    <p:sldLayoutId id="2147483660" r:id="DeterministicId3"/>
  </p:sldLayoutIdLst>
  <p:txStyles>
    <p:titleStyle>
      <a:lvl1pPr rtl="0" algn="ctr" fontAlgn="base" defTabSz="457200">
        <a:lnSpc>
          <a:spcPct val="94000"/>
        </a:lnSpc>
        <a:spcBef>
          <a:spcPct val="0"/>
        </a:spcBef>
        <a:spcAft>
          <a:spcPct val="0"/>
        </a:spcAft>
        <a:buClr>
          <a:srgbClr val="000000"/>
        </a:buClr>
        <a:buSzPct val="100000"/>
        <a:buFont typeface="Times New Roman"/>
        <a:defRPr sz="4400" kern="1200" dirty="0">
          <a:solidFill>
            <a:srgbClr val="000000"/>
          </a:solidFill>
          <a:latin typeface="+mj-lt"/>
          <a:ea typeface="+mj-ea"/>
          <a:cs typeface="+mj-cs"/>
        </a:defRPr>
      </a:lvl1pPr>
      <a:lvl2pPr marL="742950" indent="-28575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2pPr>
      <a:lvl3pPr marL="11430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3pPr>
      <a:lvl4pPr marL="16002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4pPr>
      <a:lvl5pPr marL="20574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5pPr>
      <a:lvl6pPr marL="25146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6pPr>
      <a:lvl7pPr marL="29718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7pPr>
      <a:lvl8pPr marL="34290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8pPr>
      <a:lvl9pPr marL="3886200" indent="-228600" rtl="0" algn="ctr" fontAlgn="base" defTabSz="457200">
        <a:lnSpc>
          <a:spcPct val="94000"/>
        </a:lnSpc>
        <a:spcBef>
          <a:spcPct val="0"/>
        </a:spcBef>
        <a:spcAft>
          <a:spcPct val="0"/>
        </a:spcAft>
        <a:buClr>
          <a:srgbClr val="000000"/>
        </a:buClr>
        <a:buSzPct val="100000"/>
        <a:buFont typeface="Times New Roman"/>
        <a:defRPr sz="4400" dirty="0">
          <a:solidFill>
            <a:srgbClr val="000000"/>
          </a:solidFill>
          <a:latin typeface="Arial"/>
          <a:cs typeface="Droid Sans Fallback"/>
        </a:defRPr>
      </a:lvl9pPr>
    </p:titleStyle>
    <p:bodyStyle>
      <a:lvl1pPr marL="342900" indent="-342900" rtl="0" algn="l" fontAlgn="base" defTabSz="457200">
        <a:lnSpc>
          <a:spcPct val="94000"/>
        </a:lnSpc>
        <a:spcBef>
          <a:spcPct val="0"/>
        </a:spcBef>
        <a:spcAft>
          <a:spcPts val="1425"/>
        </a:spcAft>
        <a:buClr>
          <a:srgbClr val="000000"/>
        </a:buClr>
        <a:buSzPct val="100000"/>
        <a:buFont typeface="Times New Roman"/>
        <a:defRPr sz="3200" kern="1200" dirty="0">
          <a:solidFill>
            <a:srgbClr val="000000"/>
          </a:solidFill>
          <a:latin typeface="+mn-lt"/>
          <a:ea typeface="+mn-ea"/>
          <a:cs typeface="+mn-cs"/>
        </a:defRPr>
      </a:lvl1pPr>
      <a:lvl2pPr marL="742950" indent="-285750" rtl="0" algn="l" fontAlgn="base" defTabSz="457200">
        <a:lnSpc>
          <a:spcPct val="94000"/>
        </a:lnSpc>
        <a:spcBef>
          <a:spcPct val="0"/>
        </a:spcBef>
        <a:spcAft>
          <a:spcPts val="1138"/>
        </a:spcAft>
        <a:buClr>
          <a:srgbClr val="000000"/>
        </a:buClr>
        <a:buSzPct val="100000"/>
        <a:buFont typeface="Times New Roman"/>
        <a:defRPr sz="2800" kern="1200" dirty="0">
          <a:solidFill>
            <a:srgbClr val="000000"/>
          </a:solidFill>
          <a:latin typeface="+mn-lt"/>
          <a:ea typeface="+mn-ea"/>
          <a:cs typeface="+mn-cs"/>
        </a:defRPr>
      </a:lvl2pPr>
      <a:lvl3pPr marL="1143000" indent="-228600" rtl="0" algn="l" fontAlgn="base" defTabSz="457200">
        <a:lnSpc>
          <a:spcPct val="94000"/>
        </a:lnSpc>
        <a:spcBef>
          <a:spcPct val="0"/>
        </a:spcBef>
        <a:spcAft>
          <a:spcPts val="850"/>
        </a:spcAft>
        <a:buClr>
          <a:srgbClr val="000000"/>
        </a:buClr>
        <a:buSzPct val="100000"/>
        <a:buFont typeface="Times New Roman"/>
        <a:defRPr sz="2400" kern="1200" dirty="0">
          <a:solidFill>
            <a:srgbClr val="000000"/>
          </a:solidFill>
          <a:latin typeface="+mn-lt"/>
          <a:ea typeface="+mn-ea"/>
          <a:cs typeface="+mn-cs"/>
        </a:defRPr>
      </a:lvl3pPr>
      <a:lvl4pPr marL="1600200" indent="-228600" rtl="0" algn="l" fontAlgn="base" defTabSz="457200">
        <a:lnSpc>
          <a:spcPct val="94000"/>
        </a:lnSpc>
        <a:spcBef>
          <a:spcPct val="0"/>
        </a:spcBef>
        <a:spcAft>
          <a:spcPts val="575"/>
        </a:spcAft>
        <a:buClr>
          <a:srgbClr val="000000"/>
        </a:buClr>
        <a:buSzPct val="100000"/>
        <a:buFont typeface="Times New Roman"/>
        <a:defRPr sz="2000" kern="1200" dirty="0">
          <a:solidFill>
            <a:srgbClr val="000000"/>
          </a:solidFill>
          <a:latin typeface="+mn-lt"/>
          <a:ea typeface="+mn-ea"/>
          <a:cs typeface="+mn-cs"/>
        </a:defRPr>
      </a:lvl4pPr>
      <a:lvl5pPr marL="2057400" indent="-228600" rtl="0" algn="l" fontAlgn="base" defTabSz="457200">
        <a:lnSpc>
          <a:spcPct val="94000"/>
        </a:lnSpc>
        <a:spcBef>
          <a:spcPct val="0"/>
        </a:spcBef>
        <a:spcAft>
          <a:spcPts val="288"/>
        </a:spcAft>
        <a:buClr>
          <a:srgbClr val="000000"/>
        </a:buClr>
        <a:buSzPct val="100000"/>
        <a:buFont typeface="Times New Roman"/>
        <a:defRPr sz="2000" kern="1200" dirty="0">
          <a:solidFill>
            <a:srgbClr val="000000"/>
          </a:solidFill>
          <a:latin typeface="+mn-lt"/>
          <a:ea typeface="+mn-ea"/>
          <a:cs typeface="+mn-cs"/>
        </a:defRPr>
      </a:lvl5pPr>
      <a:lvl6pPr marL="2514600" indent="-228600" rtl="0" algn="l" defTabSz="914400">
        <a:lnSpc>
          <a:spcPct val="90000"/>
        </a:lnSpc>
        <a:spcBef>
          <a:spcPts val="500"/>
        </a:spcBef>
        <a:buFont typeface="Arial"/>
        <a:buChar char="•"/>
        <a:defRPr sz="1800" kern="1200" dirty="0">
          <a:solidFill>
            <a:schemeClr val="tx1"/>
          </a:solidFill>
          <a:latin typeface="+mn-lt"/>
          <a:ea typeface="+mn-ea"/>
          <a:cs typeface="+mn-cs"/>
        </a:defRPr>
      </a:lvl6pPr>
      <a:lvl7pPr marL="2971800" indent="-228600" rtl="0" algn="l" defTabSz="914400">
        <a:lnSpc>
          <a:spcPct val="90000"/>
        </a:lnSpc>
        <a:spcBef>
          <a:spcPts val="500"/>
        </a:spcBef>
        <a:buFont typeface="Arial"/>
        <a:buChar char="•"/>
        <a:defRPr sz="1800" kern="1200" dirty="0">
          <a:solidFill>
            <a:schemeClr val="tx1"/>
          </a:solidFill>
          <a:latin typeface="+mn-lt"/>
          <a:ea typeface="+mn-ea"/>
          <a:cs typeface="+mn-cs"/>
        </a:defRPr>
      </a:lvl7pPr>
      <a:lvl8pPr marL="3429000" indent="-228600" rtl="0" algn="l" defTabSz="914400">
        <a:lnSpc>
          <a:spcPct val="90000"/>
        </a:lnSpc>
        <a:spcBef>
          <a:spcPts val="500"/>
        </a:spcBef>
        <a:buFont typeface="Arial"/>
        <a:buChar char="•"/>
        <a:defRPr sz="1800" kern="1200" dirty="0">
          <a:solidFill>
            <a:schemeClr val="tx1"/>
          </a:solidFill>
          <a:latin typeface="+mn-lt"/>
          <a:ea typeface="+mn-ea"/>
          <a:cs typeface="+mn-cs"/>
        </a:defRPr>
      </a:lvl8pPr>
      <a:lvl9pPr marL="3886200" indent="-228600" rtl="0" algn="l" defTabSz="914400">
        <a:lnSpc>
          <a:spcPct val="90000"/>
        </a:lnSpc>
        <a:spcBef>
          <a:spcPts val="500"/>
        </a:spcBef>
        <a:buFont typeface="Arial"/>
        <a:buChar char="•"/>
        <a:defRPr sz="1800" kern="1200" dirty="0">
          <a:solidFill>
            <a:schemeClr val="tx1"/>
          </a:solidFill>
          <a:latin typeface="+mn-lt"/>
          <a:ea typeface="+mn-ea"/>
          <a:cs typeface="+mn-cs"/>
        </a:defRPr>
      </a:lvl9pPr>
    </p:bodyStyle>
    <p:otherStyle>
      <a:defPPr defTabSz="914400">
        <a:defRPr lang="en-US" dirty="0"/>
      </a:defPPr>
      <a:lvl1pPr marL="0" rtl="0" algn="l" defTabSz="914400">
        <a:defRPr sz="1800" kern="1200" dirty="0">
          <a:solidFill>
            <a:schemeClr val="tx1"/>
          </a:solidFill>
          <a:latin typeface="+mn-lt"/>
          <a:ea typeface="+mn-ea"/>
          <a:cs typeface="+mn-cs"/>
        </a:defRPr>
      </a:lvl1pPr>
      <a:lvl2pPr marL="457200" rtl="0" algn="l" defTabSz="914400">
        <a:defRPr sz="1800" kern="1200" dirty="0">
          <a:solidFill>
            <a:schemeClr val="tx1"/>
          </a:solidFill>
          <a:latin typeface="+mn-lt"/>
          <a:ea typeface="+mn-ea"/>
          <a:cs typeface="+mn-cs"/>
        </a:defRPr>
      </a:lvl2pPr>
      <a:lvl3pPr marL="914400" rtl="0" algn="l" defTabSz="914400">
        <a:defRPr sz="1800" kern="1200" dirty="0">
          <a:solidFill>
            <a:schemeClr val="tx1"/>
          </a:solidFill>
          <a:latin typeface="+mn-lt"/>
          <a:ea typeface="+mn-ea"/>
          <a:cs typeface="+mn-cs"/>
        </a:defRPr>
      </a:lvl3pPr>
      <a:lvl4pPr marL="1371600" rtl="0" algn="l" defTabSz="914400">
        <a:defRPr sz="1800" kern="1200" dirty="0">
          <a:solidFill>
            <a:schemeClr val="tx1"/>
          </a:solidFill>
          <a:latin typeface="+mn-lt"/>
          <a:ea typeface="+mn-ea"/>
          <a:cs typeface="+mn-cs"/>
        </a:defRPr>
      </a:lvl4pPr>
      <a:lvl5pPr marL="1828800" rtl="0" algn="l" defTabSz="914400">
        <a:defRPr sz="1800" kern="1200" dirty="0">
          <a:solidFill>
            <a:schemeClr val="tx1"/>
          </a:solidFill>
          <a:latin typeface="+mn-lt"/>
          <a:ea typeface="+mn-ea"/>
          <a:cs typeface="+mn-cs"/>
        </a:defRPr>
      </a:lvl5pPr>
      <a:lvl6pPr marL="2286000" rtl="0" algn="l" defTabSz="914400">
        <a:defRPr sz="1800" kern="1200" dirty="0">
          <a:solidFill>
            <a:schemeClr val="tx1"/>
          </a:solidFill>
          <a:latin typeface="+mn-lt"/>
          <a:ea typeface="+mn-ea"/>
          <a:cs typeface="+mn-cs"/>
        </a:defRPr>
      </a:lvl6pPr>
      <a:lvl7pPr marL="2743200" rtl="0" algn="l" defTabSz="914400">
        <a:defRPr sz="1800" kern="1200" dirty="0">
          <a:solidFill>
            <a:schemeClr val="tx1"/>
          </a:solidFill>
          <a:latin typeface="+mn-lt"/>
          <a:ea typeface="+mn-ea"/>
          <a:cs typeface="+mn-cs"/>
        </a:defRPr>
      </a:lvl7pPr>
      <a:lvl8pPr marL="3200400" rtl="0" algn="l" defTabSz="914400">
        <a:defRPr sz="1800" kern="1200" dirty="0">
          <a:solidFill>
            <a:schemeClr val="tx1"/>
          </a:solidFill>
          <a:latin typeface="+mn-lt"/>
          <a:ea typeface="+mn-ea"/>
          <a:cs typeface="+mn-cs"/>
        </a:defRPr>
      </a:lvl8pPr>
      <a:lvl9pPr marL="3657600" rtl="0" algn="l" defTabSz="914400">
        <a:defRPr sz="1800" kern="1200" dirty="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pic>
        <p:nvPicPr>
          <p:cNvPr id="2049" name="Picture 1"/>
          <p:cNvPicPr>
            <a:picLocks noChangeAspect="1"/>
          </p:cNvPicPr>
          <p:nvPr/>
        </p:nvPicPr>
        <p:blipFill>
          <a:blip r:embed="DeterministicId1">
            <a:lum/>
          </a:blip>
          <a:srcRect/>
          <a:stretch>
            <a:fillRect/>
          </a:stretch>
        </p:blipFill>
        <p:spPr bwMode="auto">
          <a:xfrm>
            <a:off x="0" y="0"/>
            <a:ext cx="10079038" cy="7559675"/>
          </a:xfrm>
          <a:prstGeom prst="rect">
            <a:avLst/>
          </a:prstGeom>
          <a:noFill/>
          <a:ln>
            <a:noFill/>
            <a:headEnd type="none"/>
            <a:tailEnd type="none"/>
          </a:ln>
          <a:effectLst/>
        </p:spPr>
      </p:pic>
      <p:sp>
        <p:nvSpPr>
          <p:cNvPr id="2050" name="Rectangle 2"/>
          <p:cNvSpPr>
            <a:spLocks noGrp="1"/>
          </p:cNvSpPr>
          <p:nvPr>
            <p:ph type="title"/>
          </p:nvPr>
        </p:nvSpPr>
        <p:spPr bwMode="auto">
          <a:xfrm>
            <a:off x="503238" y="576263"/>
            <a:ext cx="7197725" cy="719137"/>
          </a:xfrm>
          <a:prstGeom prst="rect">
            <a:avLst/>
          </a:prstGeom>
          <a:noFill/>
          <a:ln>
            <a:noFill/>
            <a:headEnd type="none"/>
            <a:tailEnd type="none"/>
          </a:ln>
          <a:effectLst/>
        </p:spPr>
        <p:txBody>
          <a:bodyPr numCol="1" lIns="0" tIns="0" rIns="0" bIns="0" anchor="ctr" wrap="square">
            <a:prstTxWarp prst="textNoShape">
              <a:avLst/>
            </a:prstTxWarp>
          </a:bodyPr>
          <a:lstStyle/>
          <a:p>
            <a:pPr/>
            <a:r>
              <a:rPr altLang="en-US" lang="en-GB" dirty="0"/>
              <a:t>Click to edit the title text format</a:t>
            </a:r>
          </a:p>
        </p:txBody>
      </p:sp>
      <p:sp>
        <p:nvSpPr>
          <p:cNvPr id="2051" name="Rectangle 3"/>
          <p:cNvSpPr>
            <a:spLocks noGrp="1"/>
          </p:cNvSpPr>
          <p:nvPr>
            <p:ph type="body" idx="1"/>
          </p:nvPr>
        </p:nvSpPr>
        <p:spPr bwMode="auto">
          <a:xfrm>
            <a:off x="503238" y="1800225"/>
            <a:ext cx="9070975" cy="4383088"/>
          </a:xfrm>
          <a:prstGeom prst="rect">
            <a:avLst/>
          </a:prstGeom>
          <a:noFill/>
          <a:ln>
            <a:noFill/>
            <a:headEnd type="none"/>
            <a:tailEnd type="none"/>
          </a:ln>
          <a:effectLst/>
        </p:spPr>
        <p:txBody>
          <a:bodyPr numCol="1" lIns="0" tIns="19656" rIns="0" bIns="0" anchor="t" wrap="square">
            <a:prstTxWarp prst="textNoShape">
              <a:avLst/>
            </a:prstTxWarp>
          </a:bodyPr>
          <a:lstStyle/>
          <a:p>
            <a:pPr/>
            <a:r>
              <a:rPr altLang="en-US" lang="en-GB" dirty="0"/>
              <a:t>Click to edit the outline text format</a:t>
            </a:r>
          </a:p>
          <a:p>
            <a:pPr lvl="1"/>
            <a:r>
              <a:rPr altLang="en-US" lang="en-GB" dirty="0"/>
              <a:t>Second Outline Level</a:t>
            </a:r>
          </a:p>
          <a:p>
            <a:pPr lvl="2"/>
            <a:r>
              <a:rPr altLang="en-US" lang="en-GB" dirty="0"/>
              <a:t>Third Outline Level</a:t>
            </a:r>
          </a:p>
          <a:p>
            <a:pPr lvl="3"/>
            <a:r>
              <a:rPr altLang="en-US" lang="en-GB" dirty="0"/>
              <a:t>Fourth Outline Level</a:t>
            </a:r>
          </a:p>
          <a:p>
            <a:pPr lvl="4"/>
            <a:r>
              <a:rPr altLang="en-US" lang="en-GB" dirty="0"/>
              <a:t>Fifth Outline Level</a:t>
            </a:r>
          </a:p>
          <a:p>
            <a:pPr lvl="4"/>
            <a:r>
              <a:rPr altLang="en-US" lang="en-GB" dirty="0"/>
              <a:t>Sixth Outline Level</a:t>
            </a:r>
          </a:p>
          <a:p>
            <a:pPr lvl="4"/>
            <a:r>
              <a:rPr altLang="en-US" lang="en-GB" dirty="0"/>
              <a:t>Seventh Outline Level</a:t>
            </a:r>
          </a:p>
        </p:txBody>
      </p:sp>
      <p:sp>
        <p:nvSpPr>
          <p:cNvPr id="2052" name="Rectangle 4"/>
          <p:cNvSpPr>
            <a:spLocks noGrp="1"/>
          </p:cNvSpPr>
          <p:nvPr>
            <p:ph type="dt"/>
          </p:nvPr>
        </p:nvSpPr>
        <p:spPr bwMode="auto">
          <a:xfrm>
            <a:off x="503238" y="6886575"/>
            <a:ext cx="2346325" cy="519113"/>
          </a:xfrm>
          <a:prstGeom prst="rect">
            <a:avLst/>
          </a:prstGeom>
          <a:noFill/>
          <a:ln>
            <a:noFill/>
            <a:headEnd type="none"/>
            <a:tailEnd type="none"/>
          </a:ln>
          <a:effectLst/>
        </p:spPr>
        <p:txBody>
          <a:bodyPr numCol="1" lIns="0" tIns="0" rIns="0" bIns="0" anchor="t" wrap="square">
            <a:prstTxWarp prst="textNoShape">
              <a:avLst/>
            </a:prstTxWarp>
          </a:bodyPr>
          <a:lstStyle>
            <a:lvl1pPr>
              <a:lnSpc>
                <a:spcPct val="93000"/>
              </a:lnSpc>
              <a:tabLst>
                <a:tab pos="457200" algn="l"/>
                <a:tab pos="914400" algn="l"/>
                <a:tab pos="1371600" algn="l"/>
                <a:tab pos="1828800" algn="l"/>
                <a:tab pos="2286000" algn="l"/>
              </a:tabLst>
              <a:defRPr sz="1400" dirty="0">
                <a:solidFill>
                  <a:srgbClr val="000000"/>
                </a:solidFill>
                <a:latin typeface="Times New Roman"/>
                <a:cs typeface="DejaVu Sans"/>
              </a:defRPr>
            </a:lvl1pPr>
          </a:lstStyle>
          <a:p>
            <a:pPr/>
            <a:endParaRPr altLang="en-US" lang="en-US" dirty="0"/>
          </a:p>
        </p:txBody>
      </p:sp>
      <p:sp>
        <p:nvSpPr>
          <p:cNvPr id="2053" name="Rectangle 5"/>
          <p:cNvSpPr>
            <a:spLocks noGrp="1"/>
          </p:cNvSpPr>
          <p:nvPr>
            <p:ph type="ftr"/>
          </p:nvPr>
        </p:nvSpPr>
        <p:spPr bwMode="auto">
          <a:xfrm>
            <a:off x="3448050" y="6886575"/>
            <a:ext cx="3194050" cy="519113"/>
          </a:xfrm>
          <a:prstGeom prst="rect">
            <a:avLst/>
          </a:prstGeom>
          <a:noFill/>
          <a:ln>
            <a:noFill/>
            <a:headEnd type="none"/>
            <a:tailEnd type="none"/>
          </a:ln>
          <a:effectLst/>
        </p:spPr>
        <p:txBody>
          <a:bodyPr numCol="1" lIns="0" tIns="0" rIns="0" bIns="0" anchor="t" wrap="square">
            <a:prstTxWarp prst="textNoShape">
              <a:avLst/>
            </a:prstTxWarp>
          </a:bodyPr>
          <a:lstStyle>
            <a:lvl1pPr algn="ctr">
              <a:lnSpc>
                <a:spcPct val="93000"/>
              </a:lnSpc>
              <a:tabLst>
                <a:tab pos="457200" algn="l"/>
                <a:tab pos="914400" algn="l"/>
                <a:tab pos="1371600" algn="l"/>
                <a:tab pos="1828800" algn="l"/>
                <a:tab pos="2286000" algn="l"/>
                <a:tab pos="2743200" algn="l"/>
              </a:tabLst>
              <a:defRPr sz="1400" dirty="0">
                <a:solidFill>
                  <a:srgbClr val="000000"/>
                </a:solidFill>
                <a:latin typeface="Times New Roman"/>
                <a:cs typeface="DejaVu Sans"/>
              </a:defRPr>
            </a:lvl1pPr>
          </a:lstStyle>
          <a:p>
            <a:pPr/>
            <a:endParaRPr altLang="en-US" lang="en-US" dirty="0"/>
          </a:p>
        </p:txBody>
      </p:sp>
      <p:sp>
        <p:nvSpPr>
          <p:cNvPr id="2054" name="Rectangle 6"/>
          <p:cNvSpPr>
            <a:spLocks noGrp="1"/>
          </p:cNvSpPr>
          <p:nvPr>
            <p:ph type="sldNum"/>
          </p:nvPr>
        </p:nvSpPr>
        <p:spPr bwMode="auto">
          <a:xfrm>
            <a:off x="7226300" y="6886575"/>
            <a:ext cx="2346325" cy="519113"/>
          </a:xfrm>
          <a:prstGeom prst="rect">
            <a:avLst/>
          </a:prstGeom>
          <a:noFill/>
          <a:ln>
            <a:noFill/>
            <a:headEnd type="none"/>
            <a:tailEnd type="none"/>
          </a:ln>
          <a:effectLst/>
        </p:spPr>
        <p:txBody>
          <a:bodyPr numCol="1" lIns="0" tIns="0" rIns="0" bIns="0" anchor="t" wrap="square">
            <a:prstTxWarp prst="textNoShape">
              <a:avLst/>
            </a:prstTxWarp>
          </a:bodyPr>
          <a:lstStyle>
            <a:lvl1pPr algn="r">
              <a:lnSpc>
                <a:spcPct val="93000"/>
              </a:lnSpc>
              <a:tabLst>
                <a:tab pos="457200" algn="l"/>
                <a:tab pos="914400" algn="l"/>
                <a:tab pos="1371600" algn="l"/>
                <a:tab pos="1828800" algn="l"/>
                <a:tab pos="2286000" algn="l"/>
              </a:tabLst>
              <a:defRPr sz="1400" dirty="0">
                <a:solidFill>
                  <a:srgbClr val="000000"/>
                </a:solidFill>
                <a:latin typeface="Times New Roman"/>
                <a:cs typeface="DejaVu Sans"/>
              </a:defRPr>
            </a:lvl1pPr>
          </a:lstStyle>
          <a:p>
            <a:pPr/>
            <a:fld id="{00000001-0000-0000-0000-000000000000}" type="slidenum">
              <a:rPr altLang="en-US" lang="en-US" dirty="0"/>
              <a:t>‹#›</a:t>
            </a:fld>
            <a:endParaRPr altLang="en-US" lang="en-US" dirty="0"/>
          </a:p>
        </p:txBody>
      </p:sp>
      <p:sp>
        <p:nvSpPr>
          <p:cNvPr id="2055" name="SyncfusionLicense"/>
          <p:cNvSpPr txBox="1">
            <a:spLocks noChangeArrowheads="1"/>
          </p:cNvSpPr>
          <p:nvPr/>
        </p:nvSpPr>
        <p:spPr>
          <a:xfrm rot="19980000">
            <a:off x="2151062" y="3462338"/>
            <a:ext cx="5778500" cy="635000"/>
          </a:xfrm>
          <a:prstGeom prst="rect">
            <a:avLst/>
          </a:prstGeom>
          <a:ln>
            <a:headEnd type="none"/>
            <a:tailEnd type="none"/>
          </a:ln>
        </p:spPr>
        <p:txBody>
          <a:bodyPr anchor="ctr" wrap="square">
            <a:spAutoFit/>
          </a:bodyPr>
          <a:lstStyle/>
          <a:p>
            <a:pPr algn="ctr" defTabSz="457200">
              <a:defRPr sz="1800" dirty="0">
                <a:solidFill>
                  <a:srgbClr val="FF0000"/>
                </a:solidFill>
              </a:defRPr>
            </a:pPr>
            <a:r>
              <a:rPr/>
              <a:t>Created with a trial version of Syncfusion PowerPoint library</a:t>
            </a:r>
          </a:p>
        </p:txBody>
      </p:sp>
    </p:spTree>
  </p:cSld>
  <p:clrMap bg1="lt1" tx1="dk1" bg2="lt2" tx2="dk2" accent1="accent1" accent2="accent2" accent3="accent3" accent4="accent4" accent5="accent5" accent6="accent6" hlink="hlink" folHlink="folHlink"/>
  <p:sldLayoutIdLst>
    <p:sldLayoutId id="2147483661" r:id="DeterministicId2"/>
    <p:sldLayoutId id="2147483662" r:id="DeterministicId3"/>
    <p:sldLayoutId id="2147483663" r:id="DeterministicId4"/>
    <p:sldLayoutId id="2147483664" r:id="DeterministicId5"/>
    <p:sldLayoutId id="2147483665" r:id="DeterministicId6"/>
    <p:sldLayoutId id="2147483666" r:id="DeterministicId7"/>
    <p:sldLayoutId id="2147483667" r:id="DeterministicId8"/>
    <p:sldLayoutId id="2147483668" r:id="DeterministicId9"/>
    <p:sldLayoutId id="2147483669" r:id="DeterministicId10"/>
    <p:sldLayoutId id="2147483670" r:id="DeterministicId11"/>
    <p:sldLayoutId id="2147483671" r:id="DeterministicId12"/>
    <p:sldLayoutId id="2147483672" r:id="DeterministicId13"/>
  </p:sldLayoutIdLst>
  <p:txStyles>
    <p:titleStyle>
      <a:lvl1pPr rtl="0" algn="l" fontAlgn="base" defTabSz="457200">
        <a:lnSpc>
          <a:spcPct val="94000"/>
        </a:lnSpc>
        <a:spcBef>
          <a:spcPct val="0"/>
        </a:spcBef>
        <a:spcAft>
          <a:spcPct val="0"/>
        </a:spcAft>
        <a:buClr>
          <a:srgbClr val="000000"/>
        </a:buClr>
        <a:buSzPct val="100000"/>
        <a:buFont typeface="Times New Roman"/>
        <a:defRPr sz="3600" kern="1200" dirty="0">
          <a:solidFill>
            <a:srgbClr val="000000"/>
          </a:solidFill>
          <a:latin typeface="+mj-lt"/>
          <a:ea typeface="+mj-ea"/>
          <a:cs typeface="+mj-cs"/>
        </a:defRPr>
      </a:lvl1pPr>
      <a:lvl2pPr marL="742950" indent="-28575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2pPr>
      <a:lvl3pPr marL="11430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3pPr>
      <a:lvl4pPr marL="16002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4pPr>
      <a:lvl5pPr marL="20574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5pPr>
      <a:lvl6pPr marL="25146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6pPr>
      <a:lvl7pPr marL="29718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7pPr>
      <a:lvl8pPr marL="34290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8pPr>
      <a:lvl9pPr marL="3886200" indent="-228600" rtl="0" algn="l" fontAlgn="base" defTabSz="457200">
        <a:lnSpc>
          <a:spcPct val="94000"/>
        </a:lnSpc>
        <a:spcBef>
          <a:spcPct val="0"/>
        </a:spcBef>
        <a:spcAft>
          <a:spcPct val="0"/>
        </a:spcAft>
        <a:buClr>
          <a:srgbClr val="000000"/>
        </a:buClr>
        <a:buSzPct val="100000"/>
        <a:buFont typeface="Times New Roman"/>
        <a:defRPr sz="3600" dirty="0">
          <a:solidFill>
            <a:srgbClr val="000000"/>
          </a:solidFill>
          <a:latin typeface="Arial"/>
          <a:cs typeface="WenQuanYi Zen Hei"/>
        </a:defRPr>
      </a:lvl9pPr>
    </p:titleStyle>
    <p:bodyStyle>
      <a:lvl1pPr marL="342900" indent="-342900" rtl="0" algn="l" fontAlgn="base" defTabSz="457200">
        <a:lnSpc>
          <a:spcPct val="94000"/>
        </a:lnSpc>
        <a:spcBef>
          <a:spcPct val="0"/>
        </a:spcBef>
        <a:spcAft>
          <a:spcPts val="1425"/>
        </a:spcAft>
        <a:buClr>
          <a:srgbClr val="000000"/>
        </a:buClr>
        <a:buSzPct val="100000"/>
        <a:buFont typeface="Times New Roman"/>
        <a:defRPr sz="2600" kern="1200" dirty="0">
          <a:solidFill>
            <a:srgbClr val="000000"/>
          </a:solidFill>
          <a:latin typeface="+mn-lt"/>
          <a:ea typeface="+mn-ea"/>
          <a:cs typeface="+mn-cs"/>
        </a:defRPr>
      </a:lvl1pPr>
      <a:lvl2pPr marL="742950" indent="-285750" rtl="0" algn="l" fontAlgn="base" defTabSz="457200">
        <a:lnSpc>
          <a:spcPct val="94000"/>
        </a:lnSpc>
        <a:spcBef>
          <a:spcPct val="0"/>
        </a:spcBef>
        <a:spcAft>
          <a:spcPts val="1138"/>
        </a:spcAft>
        <a:buClr>
          <a:srgbClr val="000000"/>
        </a:buClr>
        <a:buSzPct val="100000"/>
        <a:buFont typeface="Times New Roman"/>
        <a:defRPr sz="2600" kern="1200" dirty="0">
          <a:solidFill>
            <a:srgbClr val="000000"/>
          </a:solidFill>
          <a:latin typeface="+mn-lt"/>
          <a:ea typeface="+mn-ea"/>
          <a:cs typeface="+mn-cs"/>
        </a:defRPr>
      </a:lvl2pPr>
      <a:lvl3pPr marL="1143000" indent="-228600" rtl="0" algn="l" fontAlgn="base" defTabSz="457200">
        <a:lnSpc>
          <a:spcPct val="94000"/>
        </a:lnSpc>
        <a:spcBef>
          <a:spcPct val="0"/>
        </a:spcBef>
        <a:spcAft>
          <a:spcPts val="850"/>
        </a:spcAft>
        <a:buClr>
          <a:srgbClr val="000000"/>
        </a:buClr>
        <a:buSzPct val="100000"/>
        <a:buFont typeface="Times New Roman"/>
        <a:defRPr sz="2600" kern="1200" dirty="0">
          <a:solidFill>
            <a:srgbClr val="000000"/>
          </a:solidFill>
          <a:latin typeface="+mn-lt"/>
          <a:ea typeface="+mn-ea"/>
          <a:cs typeface="+mn-cs"/>
        </a:defRPr>
      </a:lvl3pPr>
      <a:lvl4pPr marL="1600200" indent="-228600" rtl="0" algn="l" fontAlgn="base" defTabSz="457200">
        <a:lnSpc>
          <a:spcPct val="94000"/>
        </a:lnSpc>
        <a:spcBef>
          <a:spcPct val="0"/>
        </a:spcBef>
        <a:spcAft>
          <a:spcPts val="575"/>
        </a:spcAft>
        <a:buClr>
          <a:srgbClr val="000000"/>
        </a:buClr>
        <a:buSzPct val="100000"/>
        <a:buFont typeface="Times New Roman"/>
        <a:defRPr sz="2600" kern="1200" dirty="0">
          <a:solidFill>
            <a:srgbClr val="000000"/>
          </a:solidFill>
          <a:latin typeface="+mn-lt"/>
          <a:ea typeface="+mn-ea"/>
          <a:cs typeface="+mn-cs"/>
        </a:defRPr>
      </a:lvl4pPr>
      <a:lvl5pPr marL="2057400" indent="-228600" rtl="0" algn="l" fontAlgn="base" defTabSz="457200">
        <a:lnSpc>
          <a:spcPct val="94000"/>
        </a:lnSpc>
        <a:spcBef>
          <a:spcPct val="0"/>
        </a:spcBef>
        <a:spcAft>
          <a:spcPts val="288"/>
        </a:spcAft>
        <a:buClr>
          <a:srgbClr val="000000"/>
        </a:buClr>
        <a:buSzPct val="100000"/>
        <a:buFont typeface="Times New Roman"/>
        <a:defRPr sz="2600" kern="1200" dirty="0">
          <a:solidFill>
            <a:srgbClr val="000000"/>
          </a:solidFill>
          <a:latin typeface="+mn-lt"/>
          <a:ea typeface="+mn-ea"/>
          <a:cs typeface="+mn-cs"/>
        </a:defRPr>
      </a:lvl5pPr>
      <a:lvl6pPr marL="2514600" indent="-228600" rtl="0" algn="l" defTabSz="914400">
        <a:lnSpc>
          <a:spcPct val="90000"/>
        </a:lnSpc>
        <a:spcBef>
          <a:spcPts val="500"/>
        </a:spcBef>
        <a:buFont typeface="Arial"/>
        <a:buChar char="•"/>
        <a:defRPr sz="1800" kern="1200" dirty="0">
          <a:solidFill>
            <a:schemeClr val="tx1"/>
          </a:solidFill>
          <a:latin typeface="+mn-lt"/>
          <a:ea typeface="+mn-ea"/>
          <a:cs typeface="+mn-cs"/>
        </a:defRPr>
      </a:lvl6pPr>
      <a:lvl7pPr marL="2971800" indent="-228600" rtl="0" algn="l" defTabSz="914400">
        <a:lnSpc>
          <a:spcPct val="90000"/>
        </a:lnSpc>
        <a:spcBef>
          <a:spcPts val="500"/>
        </a:spcBef>
        <a:buFont typeface="Arial"/>
        <a:buChar char="•"/>
        <a:defRPr sz="1800" kern="1200" dirty="0">
          <a:solidFill>
            <a:schemeClr val="tx1"/>
          </a:solidFill>
          <a:latin typeface="+mn-lt"/>
          <a:ea typeface="+mn-ea"/>
          <a:cs typeface="+mn-cs"/>
        </a:defRPr>
      </a:lvl7pPr>
      <a:lvl8pPr marL="3429000" indent="-228600" rtl="0" algn="l" defTabSz="914400">
        <a:lnSpc>
          <a:spcPct val="90000"/>
        </a:lnSpc>
        <a:spcBef>
          <a:spcPts val="500"/>
        </a:spcBef>
        <a:buFont typeface="Arial"/>
        <a:buChar char="•"/>
        <a:defRPr sz="1800" kern="1200" dirty="0">
          <a:solidFill>
            <a:schemeClr val="tx1"/>
          </a:solidFill>
          <a:latin typeface="+mn-lt"/>
          <a:ea typeface="+mn-ea"/>
          <a:cs typeface="+mn-cs"/>
        </a:defRPr>
      </a:lvl8pPr>
      <a:lvl9pPr marL="3886200" indent="-228600" rtl="0" algn="l" defTabSz="914400">
        <a:lnSpc>
          <a:spcPct val="90000"/>
        </a:lnSpc>
        <a:spcBef>
          <a:spcPts val="500"/>
        </a:spcBef>
        <a:buFont typeface="Arial"/>
        <a:buChar char="•"/>
        <a:defRPr sz="1800" kern="1200" dirty="0">
          <a:solidFill>
            <a:schemeClr val="tx1"/>
          </a:solidFill>
          <a:latin typeface="+mn-lt"/>
          <a:ea typeface="+mn-ea"/>
          <a:cs typeface="+mn-cs"/>
        </a:defRPr>
      </a:lvl9pPr>
    </p:bodyStyle>
    <p:otherStyle>
      <a:defPPr defTabSz="914400">
        <a:defRPr lang="en-US" dirty="0"/>
      </a:defPPr>
      <a:lvl1pPr marL="0" rtl="0" algn="l" defTabSz="914400">
        <a:defRPr sz="1800" kern="1200" dirty="0">
          <a:solidFill>
            <a:schemeClr val="tx1"/>
          </a:solidFill>
          <a:latin typeface="+mn-lt"/>
          <a:ea typeface="+mn-ea"/>
          <a:cs typeface="+mn-cs"/>
        </a:defRPr>
      </a:lvl1pPr>
      <a:lvl2pPr marL="457200" rtl="0" algn="l" defTabSz="914400">
        <a:defRPr sz="1800" kern="1200" dirty="0">
          <a:solidFill>
            <a:schemeClr val="tx1"/>
          </a:solidFill>
          <a:latin typeface="+mn-lt"/>
          <a:ea typeface="+mn-ea"/>
          <a:cs typeface="+mn-cs"/>
        </a:defRPr>
      </a:lvl2pPr>
      <a:lvl3pPr marL="914400" rtl="0" algn="l" defTabSz="914400">
        <a:defRPr sz="1800" kern="1200" dirty="0">
          <a:solidFill>
            <a:schemeClr val="tx1"/>
          </a:solidFill>
          <a:latin typeface="+mn-lt"/>
          <a:ea typeface="+mn-ea"/>
          <a:cs typeface="+mn-cs"/>
        </a:defRPr>
      </a:lvl3pPr>
      <a:lvl4pPr marL="1371600" rtl="0" algn="l" defTabSz="914400">
        <a:defRPr sz="1800" kern="1200" dirty="0">
          <a:solidFill>
            <a:schemeClr val="tx1"/>
          </a:solidFill>
          <a:latin typeface="+mn-lt"/>
          <a:ea typeface="+mn-ea"/>
          <a:cs typeface="+mn-cs"/>
        </a:defRPr>
      </a:lvl4pPr>
      <a:lvl5pPr marL="1828800" rtl="0" algn="l" defTabSz="914400">
        <a:defRPr sz="1800" kern="1200" dirty="0">
          <a:solidFill>
            <a:schemeClr val="tx1"/>
          </a:solidFill>
          <a:latin typeface="+mn-lt"/>
          <a:ea typeface="+mn-ea"/>
          <a:cs typeface="+mn-cs"/>
        </a:defRPr>
      </a:lvl5pPr>
      <a:lvl6pPr marL="2286000" rtl="0" algn="l" defTabSz="914400">
        <a:defRPr sz="1800" kern="1200" dirty="0">
          <a:solidFill>
            <a:schemeClr val="tx1"/>
          </a:solidFill>
          <a:latin typeface="+mn-lt"/>
          <a:ea typeface="+mn-ea"/>
          <a:cs typeface="+mn-cs"/>
        </a:defRPr>
      </a:lvl6pPr>
      <a:lvl7pPr marL="2743200" rtl="0" algn="l" defTabSz="914400">
        <a:defRPr sz="1800" kern="1200" dirty="0">
          <a:solidFill>
            <a:schemeClr val="tx1"/>
          </a:solidFill>
          <a:latin typeface="+mn-lt"/>
          <a:ea typeface="+mn-ea"/>
          <a:cs typeface="+mn-cs"/>
        </a:defRPr>
      </a:lvl7pPr>
      <a:lvl8pPr marL="3200400" rtl="0" algn="l" defTabSz="914400">
        <a:defRPr sz="1800" kern="1200" dirty="0">
          <a:solidFill>
            <a:schemeClr val="tx1"/>
          </a:solidFill>
          <a:latin typeface="+mn-lt"/>
          <a:ea typeface="+mn-ea"/>
          <a:cs typeface="+mn-cs"/>
        </a:defRPr>
      </a:lvl8pPr>
      <a:lvl9pPr marL="3657600" rtl="0" algn="l" defTabSz="914400">
        <a:defRPr sz="1800" kern="1200" dirty="0">
          <a:solidFill>
            <a:schemeClr val="tx1"/>
          </a:solidFill>
          <a:latin typeface="+mn-lt"/>
          <a:ea typeface="+mn-ea"/>
          <a:cs typeface="+mn-cs"/>
        </a:defRPr>
      </a:lvl9pPr>
    </p:otherStyle>
  </p:txStyles>
</p:sldMaster>
</file>

<file path=ppt/slides/_rels/slide1.xml.rels>&#65279;<?xml version="1.0" encoding="utf-8" standalone="yes"?><Relationships xmlns="http://schemas.openxmlformats.org/package/2006/relationships"><Relationship Id="DeterministicId1" Type="http://schemas.openxmlformats.org/officeDocument/2006/relationships/hyperlink" Target="https://www.syncfusion.com/account/claim-license-key?pl=cG93ZXJwb2ludA==&amp;vs=MzUuMS4zOQ==" TargetMode="External" /><Relationship Id="DeterministicId2" Type="http://schemas.openxmlformats.org/officeDocument/2006/relationships/notesSlide" Target="../notesSlides/notesSlide1.xml" /><Relationship Id="DeterministicId3" Type="http://schemas.openxmlformats.org/officeDocument/2006/relationships/slideLayout" Target="../slideLayouts/slideLayout23.xml" /></Relationships>
</file>

<file path=ppt/slides/_rels/slide2.xml.rels>&#65279;<?xml version="1.0" encoding="utf-8" standalone="yes"?><Relationships xmlns="http://schemas.openxmlformats.org/package/2006/relationships"><Relationship Id="DeterministicId1" Type="http://schemas.openxmlformats.org/officeDocument/2006/relationships/image" Target="../media/image2.emf" /><Relationship Id="DeterministicId2" Type="http://schemas.openxmlformats.org/officeDocument/2006/relationships/notesSlide" Target="../notesSlides/notesSlide2.xml" /><Relationship Id="DeterministicId3" Type="http://schemas.openxmlformats.org/officeDocument/2006/relationships/oleObject" Target="../embeddings/oleObject1.bin" /><Relationship Id="DeterministicId4" Type="http://schemas.openxmlformats.org/officeDocument/2006/relationships/slideLayout" Target="../slideLayouts/slideLayout13.xml" /></Relationships>
</file>

<file path=ppt/slides/_rels/slide3.xml.rels>&#65279;<?xml version="1.0" encoding="utf-8" standalone="yes"?><Relationships xmlns="http://schemas.openxmlformats.org/package/2006/relationships"><Relationship Id="DeterministicId1" Type="http://schemas.openxmlformats.org/officeDocument/2006/relationships/hyperlink" Target="https://www.syncfusion.com/account/claim-license-key?pl=cG93ZXJwb2ludA==&amp;vs=MzUuMS4zOQ==" TargetMode="External" /><Relationship Id="DeterministicId2" Type="http://schemas.openxmlformats.org/officeDocument/2006/relationships/notesSlide" Target="../notesSlides/notesSlide3.xml" /><Relationship Id="DeterministicId3" Type="http://schemas.openxmlformats.org/officeDocument/2006/relationships/slideLayout" Target="../slideLayouts/slideLayout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7" name="Rectangle 1"/>
          <p:cNvSpPr>
            <a:spLocks noGrp="1"/>
          </p:cNvSpPr>
          <p:nvPr>
            <p:ph type="title"/>
          </p:nvPr>
        </p:nvSpPr>
        <p:spPr>
          <a:xfrm>
            <a:off x="503238" y="576263"/>
            <a:ext cx="7199312" cy="720725"/>
          </a:xfrm>
          <a:ln>
            <a:headEnd type="none"/>
            <a:tailEnd type="none"/>
          </a:ln>
        </p:spPr>
        <p:txBody>
          <a:bodyPr tIns="27215" wrap="square"/>
          <a:lstStyle/>
          <a:p>
            <a:pPr defTabSz="457200">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Lst>
            </a:pPr>
            <a:r>
              <a:rPr altLang="en-US" lang="en-US" dirty="0"/>
              <a:t>Lorem ipsum</a:t>
            </a:r>
          </a:p>
        </p:txBody>
      </p:sp>
      <p:sp>
        <p:nvSpPr>
          <p:cNvPr id="4098" name="Rectangle 2"/>
          <p:cNvSpPr>
            <a:spLocks noGrp="1"/>
          </p:cNvSpPr>
          <p:nvPr>
            <p:ph type="subTitle" idx="4294967295"/>
          </p:nvPr>
        </p:nvSpPr>
        <p:spPr bwMode="auto">
          <a:xfrm>
            <a:off x="503238" y="1800225"/>
            <a:ext cx="9072562" cy="4384675"/>
          </a:xfrm>
          <a:prstGeom prst="rect">
            <a:avLst/>
          </a:prstGeom>
          <a:noFill/>
          <a:ln>
            <a:headEnd type="none"/>
            <a:tailEnd type="none"/>
          </a:ln>
        </p:spPr>
        <p:txBody>
          <a:bodyPr lIns="0" tIns="11340" rIns="0" bIns="0" anchor="ctr" wrap="square"/>
          <a:lstStyle/>
          <a:p>
            <a:pPr marL="0" indent="0" defTabSz="457200">
              <a:spcAft>
                <a:spcPct val="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500" dirty="0"/>
              <a:t>Lorem ipsum dolor sit amet, consectetur adipiscing elit. Nunc ac faucibus odio. Vestibulum neque massa, scelerisque sit amet ligula eu, congue molestie mi. Praesent ut varius sem. Nullam at porttitor arcu, nec lacinia nisi. Ut ac dolor vitae odio interdum condimentum. Vivamus dapibus sodales ex, vitae malesuada ipsum cursus convallis. Maecenas sed egestas nulla, ac condimentum orci. Mauris diam felis, vulputate ac suscipit et, iaculis non est. Curabitur semper arcu ac ligula semper, nec luctus nisl blandit. Integer lacinia ante ac libero lobortis imperdiet. Nullam mollis convallis ipsum, ac accumsan nunc vehicula vitae. Nulla eget justo in felis tristique fringilla. Morbi sit amet tortor quis risus auctor condimentum. Morbi in ullamcorper elit. Nulla iaculis tellus sit amet mauris tempus fringilla.</a:t>
            </a:r>
          </a:p>
          <a:p>
            <a:pPr marL="0" indent="0" defTabSz="457200">
              <a:spcAft>
                <a:spcPct val="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500" dirty="0"/>
          </a:p>
          <a:p>
            <a:pPr marL="0" indent="0" defTabSz="457200">
              <a:spcAft>
                <a:spcPct val="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500" dirty="0"/>
              <a:t>Maecenas mauris lectus, lobortis et purus mattis, blandit dictum tellus. Maecenas non lorem quis tellus placerat varius. Nulla facilisi. Aenean congue fringilla justo ut aliquam. Mauris id ex erat. Nunc vulputate neque vitae justo facilisis, non condimentum ante sagittis. Morbi viverra semper lorem nec molestie. Maecenas tincidunt est efficitur ligula euismod, sit amet ornare est vulputate.</a:t>
            </a:r>
          </a:p>
          <a:p>
            <a:pPr marL="0" indent="0" defTabSz="457200">
              <a:spcAft>
                <a:spcPct val="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500" dirty="0"/>
          </a:p>
        </p:txBody>
      </p:sp>
      <p:sp>
        <p:nvSpPr>
          <p:cNvPr id="4099" name="SyncfusionLicense"/>
          <p:cNvSpPr txBox="1">
            <a:spLocks noChangeArrowheads="1"/>
          </p:cNvSpPr>
          <p:nvPr/>
        </p:nvSpPr>
        <p:spPr>
          <a:xfrm rot="0">
            <a:off x="0" y="6416675"/>
            <a:ext cx="10080625" cy="1143000"/>
          </a:xfrm>
          <a:prstGeom prst="rect">
            <a:avLst/>
          </a:prstGeom>
          <a:solidFill>
            <a:srgbClr val="FFFFFF"/>
          </a:solidFill>
          <a:ln>
            <a:headEnd type="none"/>
            <a:tailEnd type="none"/>
          </a:ln>
        </p:spPr>
        <p:txBody>
          <a:bodyPr anchor="ctr" wrap="square">
            <a:spAutoFit/>
          </a:bodyPr>
          <a:lstStyle/>
          <a:p>
            <a:pPr algn="ctr" defTabSz="457200">
              <a:defRPr sz="1800" dirty="0">
                <a:solidFill>
                  <a:srgbClr val="FF0000"/>
                </a:solidFill>
              </a:defRPr>
            </a:pPr>
            <a:r>
              <a:rPr/>
              <a:t>Created with a trial version of Syncfusion PowerPoint library or registered the wrong key in your application. Click </a:t>
            </a:r>
            <a:r>
              <a:rPr dirty="0">
                <a:solidFill>
                  <a:srgbClr val="0000FF"/>
                </a:solidFill>
                <a:hlinkClick r:id="DeterministicId1" action="ppaction://hlinkfile">
                  <a:extLst>
                    <a:ext uri="{A12FA001-AC4F-418D-AE19-62706E023703}">
                      <ahyp:hlinkClr xmlns:ahyp="http://schemas.microsoft.com/office/drawing/2018/hyperlinkcolor" val="tx"/>
                    </a:ext>
                  </a:extLst>
                </a:hlinkClick>
              </a:rPr>
              <a:t>here</a:t>
            </a:r>
            <a:r>
              <a:rPr/>
              <a:t> to obtain the valid key.</a:t>
            </a:r>
          </a:p>
        </p:txBody>
      </p:sp>
    </p:spTree>
  </p:cSld>
  <p:clrMapOvr>
    <a:masterClrMapping/>
  </p:clrMapOvr>
  <p:transition spd="med"/>
  <p:timing>
    <p:tnLst>
      <p:par>
        <p:cTn dur="indefinite" id="1" nodeType="tmRoot">
          <p:childTnLst>
            <p:seq concurrent="1" nextAc="seek">
              <p:cTn dur="indefinite" id="2" nodeType="mainSeq">
                <p:childTnLst>
                  <p:par>
                    <p:cTn fill="hold" id="3" nodeType="clickPar">
                      <p:stCondLst>
                        <p:cond delay="indefinite"/>
                      </p:stCondLst>
                      <p:childTnLst>
                        <p:par>
                          <p:cTn fill="hold" id="4" nodeType="withGroup">
                            <p:stCondLst>
                              <p:cond delay="0"/>
                            </p:stCondLst>
                            <p:childTnLst>
                              <p:par>
                                <p:cTn fill="hold" id="5" nodeType="clickEffect" presetClass="entr" presetID="1">
                                  <p:stCondLst>
                                    <p:cond delay="0"/>
                                  </p:stCondLst>
                                  <p:childTnLst>
                                    <p:set>
                                      <p:cBhvr additive="repl">
                                        <p:cTn dur="1" fill="hold" id="6">
                                          <p:stCondLst>
                                            <p:cond delay="0"/>
                                          </p:stCondLst>
                                        </p:cTn>
                                        <p:tgtEl>
                                          <p:spTgt spid="4097">
                                            <p:txEl>
                                              <p:pRg st="0" end="0"/>
                                            </p:txEl>
                                          </p:spTgt>
                                        </p:tgtEl>
                                        <p:attrNameLst>
                                          <p:attrName>style.visibility</p:attrName>
                                        </p:attrNameLst>
                                      </p:cBhvr>
                                      <p:to>
                                        <p:strVal val="visible"/>
                                      </p:to>
                                    </p:set>
                                  </p:childTnLst>
                                </p:cTn>
                              </p:par>
                            </p:childTnLst>
                          </p:cTn>
                        </p:par>
                      </p:childTnLst>
                    </p:cTn>
                  </p:par>
                  <p:par>
                    <p:cTn fill="hold" id="7" nodeType="clickPar">
                      <p:stCondLst>
                        <p:cond delay="indefinite"/>
                      </p:stCondLst>
                      <p:childTnLst>
                        <p:par>
                          <p:cTn fill="hold" id="8" nodeType="withGroup">
                            <p:stCondLst>
                              <p:cond delay="0"/>
                            </p:stCondLst>
                            <p:childTnLst>
                              <p:par>
                                <p:cTn fill="hold" id="9" nodeType="clickEffect" presetClass="entr" presetID="1">
                                  <p:stCondLst>
                                    <p:cond delay="0"/>
                                  </p:stCondLst>
                                  <p:childTnLst>
                                    <p:set>
                                      <p:cBhvr additive="repl">
                                        <p:cTn dur="1" fill="hold" id="10">
                                          <p:stCondLst>
                                            <p:cond delay="0"/>
                                          </p:stCondLst>
                                        </p:cTn>
                                        <p:tgtEl>
                                          <p:spTgt spid="4098">
                                            <p:txEl>
                                              <p:pRg st="0" end="0"/>
                                            </p:txEl>
                                          </p:spTgt>
                                        </p:tgtEl>
                                        <p:attrNameLst>
                                          <p:attrName>style.visibility</p:attrName>
                                        </p:attrNameLst>
                                      </p:cBhvr>
                                      <p:to>
                                        <p:strVal val="visible"/>
                                      </p:to>
                                    </p:set>
                                  </p:childTnLst>
                                </p:cTn>
                              </p:par>
                            </p:childTnLst>
                          </p:cTn>
                        </p:par>
                      </p:childTnLst>
                    </p:cTn>
                  </p:par>
                  <p:par>
                    <p:cTn fill="hold" id="11" nodeType="clickPar">
                      <p:stCondLst>
                        <p:cond delay="indefinite"/>
                      </p:stCondLst>
                      <p:childTnLst>
                        <p:par>
                          <p:cTn fill="hold" id="12" nodeType="withGroup">
                            <p:stCondLst>
                              <p:cond delay="0"/>
                            </p:stCondLst>
                            <p:childTnLst>
                              <p:par>
                                <p:cTn fill="hold" id="13" nodeType="clickEffect" presetClass="entr" presetID="1">
                                  <p:stCondLst>
                                    <p:cond delay="0"/>
                                  </p:stCondLst>
                                  <p:childTnLst>
                                    <p:set>
                                      <p:cBhvr additive="repl">
                                        <p:cTn dur="1" fill="hold" id="14">
                                          <p:stCondLst>
                                            <p:cond delay="0"/>
                                          </p:stCondLst>
                                        </p:cTn>
                                        <p:tgtEl>
                                          <p:spTgt spid="4098">
                                            <p:txEl>
                                              <p:pRg st="2" end="2"/>
                                            </p:txEl>
                                          </p:spTgt>
                                        </p:tgtEl>
                                        <p:attrNameLst>
                                          <p:attrName>style.visibility</p:attrName>
                                        </p:attrNameLst>
                                      </p:cBhvr>
                                      <p:to>
                                        <p:strVal val="visible"/>
                                      </p:to>
                                    </p:set>
                                  </p:childTnLst>
                                </p:cTn>
                              </p:par>
                            </p:childTnLst>
                          </p:cTn>
                        </p:par>
                      </p:childTnLst>
                    </p:cTn>
                  </p:par>
                </p:childTnLst>
              </p:cTn>
              <p:prevCondLst>
                <p:cond delay="0" evt="onPrev">
                  <p:tgtEl>
                    <p:sldTgt/>
                  </p:tgtEl>
                </p:cond>
              </p:prevCondLst>
              <p:nextCondLst>
                <p:cond delay="0" evt="onNext">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Rectangle 1"/>
          <p:cNvSpPr>
            <a:spLocks noGrp="1"/>
          </p:cNvSpPr>
          <p:nvPr>
            <p:ph type="title"/>
          </p:nvPr>
        </p:nvSpPr>
        <p:spPr>
          <a:xfrm>
            <a:off x="503238" y="576263"/>
            <a:ext cx="7199312" cy="720725"/>
          </a:xfrm>
          <a:ln>
            <a:headEnd type="none"/>
            <a:tailEnd type="none"/>
          </a:ln>
        </p:spPr>
        <p:txBody>
          <a:bodyPr tIns="27215" wrap="square"/>
          <a:lstStyle/>
          <a:p>
            <a:pPr defTabSz="457200">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Lst>
            </a:pPr>
            <a:r>
              <a:rPr altLang="en-US" lang="en-US" dirty="0"/>
              <a:t>Chart</a:t>
            </a:r>
          </a:p>
        </p:txBody>
      </p:sp>
      <p:graphicFrame>
        <p:nvGraphicFramePr>
          <p:cNvPr id="5122" name="Object 2"/>
          <p:cNvGraphicFramePr/>
          <p:nvPr/>
        </p:nvGraphicFramePr>
        <p:xfrm>
          <a:off x="1693863" y="2487613"/>
          <a:ext cx="6865937" cy="3598862"/>
        </p:xfrm>
        <a:graphic>
          <a:graphicData uri="http://schemas.openxmlformats.org/presentationml/2006/ole">
            <p:oleObj r:id="DeterministicId3" imgW="6866280" imgH="3598920" progId="">
              <p:embed/>
              <p:pic>
                <p:nvPicPr>
                  <p:cNvPr id="0" name="Object 2"/>
                  <p:cNvPicPr>
                    <a:picLocks noChangeAspect="1"/>
                  </p:cNvPicPr>
                  <p:nvPr/>
                </p:nvPicPr>
                <p:blipFill>
                  <a:blip r:embed="DeterministicId1">
                    <a:lum/>
                  </a:blip>
                  <a:srcRect/>
                  <a:stretch>
                    <a:fillRect/>
                  </a:stretch>
                </p:blipFill>
                <p:spPr bwMode="auto">
                  <a:xfrm>
                    <a:off x="1693863" y="2487613"/>
                    <a:ext cx="6865937" cy="3598862"/>
                  </a:xfrm>
                  <a:prstGeom prst="rect">
                    <a:avLst/>
                  </a:prstGeom>
                  <a:noFill/>
                  <a:ln>
                    <a:headEnd type="none"/>
                    <a:tailEnd type="none"/>
                  </a:ln>
                  <a:effectLst/>
                </p:spPr>
              </p:pic>
            </p:oleObj>
          </a:graphicData>
        </a:graphic>
      </p:graphicFrame>
    </p:spTree>
  </p:cSld>
  <p:clrMapOvr>
    <a:masterClrMapping/>
  </p:clrMapOvr>
  <p:transition spd="med"/>
  <p:timing>
    <p:tnLst>
      <p:par>
        <p:cTn dur="indefinite" id="1" nodeType="tmRoot">
          <p:childTnLst>
            <p:seq concurrent="1" nextAc="seek">
              <p:cTn dur="indefinite" id="2" nodeType="mainSeq">
                <p:childTnLst>
                  <p:par>
                    <p:cTn fill="hold" id="3" nodeType="clickPar">
                      <p:stCondLst>
                        <p:cond delay="indefinite"/>
                      </p:stCondLst>
                      <p:childTnLst>
                        <p:par>
                          <p:cTn fill="hold" id="4" nodeType="withGroup">
                            <p:stCondLst>
                              <p:cond delay="0"/>
                            </p:stCondLst>
                            <p:childTnLst>
                              <p:par>
                                <p:cTn fill="hold" id="5" nodeType="clickEffect" presetClass="entr" presetID="1">
                                  <p:stCondLst>
                                    <p:cond delay="0"/>
                                  </p:stCondLst>
                                  <p:childTnLst>
                                    <p:set>
                                      <p:cBhvr additive="repl">
                                        <p:cTn dur="1" fill="hold" id="6">
                                          <p:stCondLst>
                                            <p:cond delay="0"/>
                                          </p:stCondLst>
                                        </p:cTn>
                                        <p:tgtEl>
                                          <p:spTgt spid="5121">
                                            <p:txEl>
                                              <p:pRg st="0" end="0"/>
                                            </p:txEl>
                                          </p:spTgt>
                                        </p:tgtEl>
                                        <p:attrNameLst>
                                          <p:attrName>style.visibility</p:attrName>
                                        </p:attrNameLst>
                                      </p:cBhvr>
                                      <p:to>
                                        <p:strVal val="visible"/>
                                      </p:to>
                                    </p:set>
                                  </p:childTnLst>
                                </p:cTn>
                              </p:par>
                            </p:childTnLst>
                          </p:cTn>
                        </p:par>
                      </p:childTnLst>
                    </p:cTn>
                  </p:par>
                  <p:par>
                    <p:cTn fill="hold" id="7" nodeType="clickPar">
                      <p:stCondLst>
                        <p:cond delay="indefinite"/>
                      </p:stCondLst>
                      <p:childTnLst>
                        <p:par>
                          <p:cTn fill="hold" id="8" nodeType="withGroup">
                            <p:stCondLst>
                              <p:cond delay="0"/>
                            </p:stCondLst>
                            <p:childTnLst>
                              <p:par>
                                <p:cTn fill="hold" id="9" nodeType="clickEffect" presetClass="entr" presetID="1">
                                  <p:stCondLst>
                                    <p:cond delay="0"/>
                                  </p:stCondLst>
                                  <p:childTnLst>
                                    <p:set>
                                      <p:cBhvr additive="repl">
                                        <p:cTn dur="1" fill="hold" id="10">
                                          <p:stCondLst>
                                            <p:cond delay="0"/>
                                          </p:stCondLst>
                                        </p:cTn>
                                        <p:tgtEl>
                                          <p:spTgt spid="5122"/>
                                        </p:tgtEl>
                                        <p:attrNameLst>
                                          <p:attrName>style.visibility</p:attrName>
                                        </p:attrNameLst>
                                      </p:cBhvr>
                                      <p:to>
                                        <p:strVal val="visible"/>
                                      </p:to>
                                    </p:set>
                                  </p:childTnLst>
                                </p:cTn>
                              </p:par>
                            </p:childTnLst>
                          </p:cTn>
                        </p:par>
                      </p:childTnLst>
                    </p:cTn>
                  </p:par>
                </p:childTnLst>
              </p:cTn>
              <p:prevCondLst>
                <p:cond delay="0" evt="onPrev">
                  <p:tgtEl>
                    <p:sldTgt/>
                  </p:tgtEl>
                </p:cond>
              </p:prevCondLst>
              <p:nextCondLst>
                <p:cond delay="0"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5" name="Rectangle 1"/>
          <p:cNvSpPr>
            <a:spLocks noGrp="1"/>
          </p:cNvSpPr>
          <p:nvPr>
            <p:ph type="title"/>
          </p:nvPr>
        </p:nvSpPr>
        <p:spPr>
          <a:xfrm>
            <a:off x="503238" y="576263"/>
            <a:ext cx="7199312" cy="720725"/>
          </a:xfrm>
          <a:ln>
            <a:headEnd type="none"/>
            <a:tailEnd type="none"/>
          </a:ln>
        </p:spPr>
        <p:txBody>
          <a:bodyPr tIns="27215" wrap="square"/>
          <a:lstStyle/>
          <a:p>
            <a:pPr defTabSz="457200">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Lst>
            </a:pPr>
            <a:r>
              <a:rPr altLang="en-US" lang="en-US" dirty="0"/>
              <a:t>Table</a:t>
            </a:r>
          </a:p>
        </p:txBody>
      </p:sp>
      <p:graphicFrame>
        <p:nvGraphicFramePr>
          <p:cNvPr id="6146" name="Group 2"/>
          <p:cNvGraphicFramePr/>
          <p:nvPr/>
        </p:nvGraphicFramePr>
        <p:xfrm>
          <a:off x="503238" y="1800225"/>
          <a:ext cx="9074150" cy="3398838"/>
        </p:xfrm>
        <a:graphic>
          <a:graphicData uri="http://schemas.openxmlformats.org/drawingml/2006/table">
            <a:tbl>
              <a:tblPr>
                <a:tableStyleId>{5940675A-B579-460E-94D1-54222C63F5DA}</a:tableStyleId>
              </a:tblPr>
              <a:tblGrid>
                <a:gridCol w="1814512"/>
                <a:gridCol w="1814513"/>
                <a:gridCol w="1816100"/>
                <a:gridCol w="1814512"/>
                <a:gridCol w="1814513"/>
              </a:tblGrid>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800" b="0" i="0" u="none" strike="noStrike" cap="none" dirty="0">
                          <a:ln>
                            <a:noFill/>
                          </a:ln>
                          <a:solidFill>
                            <a:srgbClr val="000000"/>
                          </a:solidFill>
                          <a:effectLst/>
                          <a:latin typeface="Arial"/>
                          <a:cs typeface="Droid Sans Fallback"/>
                        </a:rPr>
                        <a:t>Column 1</a:t>
                      </a: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B3B3B3"/>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800" b="0" i="0" u="none" strike="noStrike" cap="none" dirty="0">
                          <a:ln>
                            <a:noFill/>
                          </a:ln>
                          <a:solidFill>
                            <a:srgbClr val="000000"/>
                          </a:solidFill>
                          <a:effectLst/>
                          <a:latin typeface="Arial"/>
                          <a:cs typeface="DejaVu Sans"/>
                        </a:rPr>
                        <a:t>Column 2</a:t>
                      </a: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B3B3B3"/>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800" b="0" i="0" u="none" strike="noStrike" cap="none" dirty="0">
                          <a:ln>
                            <a:noFill/>
                          </a:ln>
                          <a:solidFill>
                            <a:srgbClr val="000000"/>
                          </a:solidFill>
                          <a:effectLst/>
                          <a:latin typeface="Arial"/>
                          <a:cs typeface="DejaVu Sans"/>
                        </a:rPr>
                        <a:t>Column 3</a:t>
                      </a: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B3B3B3"/>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800" b="0" i="0" u="none" strike="noStrike" cap="none" dirty="0">
                          <a:ln>
                            <a:noFill/>
                          </a:ln>
                          <a:solidFill>
                            <a:srgbClr val="000000"/>
                          </a:solidFill>
                          <a:effectLst/>
                          <a:latin typeface="Arial"/>
                          <a:cs typeface="DejaVu Sans"/>
                        </a:rPr>
                        <a:t>Column 4</a:t>
                      </a: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B3B3B3"/>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r>
                        <a:rPr altLang="en-US" lang="en-US" sz="1800" b="0" i="0" u="none" strike="noStrike" cap="none" dirty="0">
                          <a:ln>
                            <a:noFill/>
                          </a:ln>
                          <a:solidFill>
                            <a:srgbClr val="000000"/>
                          </a:solidFill>
                          <a:effectLst/>
                          <a:latin typeface="Arial"/>
                          <a:cs typeface="DejaVu Sans"/>
                        </a:rPr>
                        <a:t>Column 5</a:t>
                      </a:r>
                    </a:p>
                    <a:p>
                      <a:pPr marL="0" indent="0" rtl="0" algn="l" fontAlgn="base" defTabSz="457200">
                        <a:lnSpc>
                          <a:spcPct val="93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2400" b="0" i="0" u="none" strike="noStrike" cap="none" dirty="0">
                        <a:ln>
                          <a:noFill/>
                        </a:ln>
                        <a:solidFill>
                          <a:srgbClr val="000000"/>
                        </a:solidFill>
                        <a:effectLst/>
                        <a:latin typeface="Times New Roman"/>
                        <a:cs typeface="DejaVu Sans"/>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B3B3B3"/>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E6E6E6"/>
                    </a:solidFill>
                  </a:tcPr>
                </a:tc>
              </a:tr>
              <a:tr h="339725">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c>
                  <a:txBody>
                    <a:bodyPr/>
                    <a:lstStyle>
                      <a:lvl1pPr defTabSz="457200">
                        <a:spcAft>
                          <a:spcPts val="142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1pPr>
                      <a:lvl2pPr defTabSz="457200">
                        <a:spcAft>
                          <a:spcPts val="113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2pPr>
                      <a:lvl3pPr defTabSz="457200">
                        <a:spcAft>
                          <a:spcPts val="850"/>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3pPr>
                      <a:lvl4pPr defTabSz="457200">
                        <a:spcAft>
                          <a:spcPts val="575"/>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4pPr>
                      <a:lvl5pPr defTabSz="457200">
                        <a:spcAft>
                          <a:spcPts val="288"/>
                        </a:spcAft>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5pPr>
                      <a:lvl6pPr marL="25146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6pPr>
                      <a:lvl7pPr marL="29718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7pPr>
                      <a:lvl8pPr marL="34290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8pPr>
                      <a:lvl9pPr marL="3886200" indent="-228600" fontAlgn="base" defTabSz="457200">
                        <a:lnSpc>
                          <a:spcPct val="94000"/>
                        </a:lnSpc>
                        <a:spcBef>
                          <a:spcPct val="0"/>
                        </a:spcBef>
                        <a:spcAft>
                          <a:spcPts val="288"/>
                        </a:spcAft>
                        <a:buClr>
                          <a:srgbClr val="000000"/>
                        </a:buClr>
                        <a:buSzPct val="100000"/>
                        <a:buFont typeface="Times New Roman"/>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defRPr sz="2200" dirty="0">
                          <a:solidFill>
                            <a:srgbClr val="000000"/>
                          </a:solidFill>
                          <a:latin typeface="Arial"/>
                          <a:cs typeface="WenQuanYi Zen Hei"/>
                        </a:defRPr>
                      </a:lvl9pPr>
                    </a:lstStyle>
                    <a:p>
                      <a:pPr marL="0" indent="0" rtl="0" algn="l" fontAlgn="base" defTabSz="457200">
                        <a:lnSpc>
                          <a:spcPct val="94000"/>
                        </a:lnSpc>
                        <a:spcBef>
                          <a:spcPct val="0"/>
                        </a:spcBef>
                        <a:spcAft>
                          <a:spcPct val="0"/>
                        </a:spcAft>
                        <a:buClr>
                          <a:srgbClr val="000000"/>
                        </a:buClr>
                        <a:buSzPct val="100000"/>
                        <a:buFont typeface="Times New Roman"/>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Lst>
                      </a:pPr>
                      <a:endParaRPr altLang="en-US" lang="en-US" sz="1800" b="0" i="0" u="none" strike="noStrike" cap="none" dirty="0">
                        <a:ln>
                          <a:noFill/>
                        </a:ln>
                        <a:solidFill>
                          <a:srgbClr val="000000"/>
                        </a:solidFill>
                        <a:effectLst/>
                        <a:latin typeface="Arial"/>
                        <a:cs typeface="Droid Sans Fallback"/>
                      </a:endParaRPr>
                    </a:p>
                  </a:txBody>
                  <a:tcPr marL="90000" marR="90000" marT="60407" marB="46800" horzOverflow="overflow">
                    <a:lnL w="720" cap="flat">
                      <a:solidFill>
                        <a:srgbClr val="FFFFFF"/>
                      </a:solidFill>
                      <a:prstDash val="solid"/>
                      <a:round/>
                      <a:headEnd type="none" w="med" len="med"/>
                      <a:tailEnd type="none" w="med" len="med"/>
                    </a:lnL>
                    <a:lnR w="720" cap="flat">
                      <a:solidFill>
                        <a:srgbClr val="FFFFFF"/>
                      </a:solidFill>
                      <a:prstDash val="solid"/>
                      <a:round/>
                      <a:headEnd type="none" w="med" len="med"/>
                      <a:tailEnd type="none" w="med" len="med"/>
                    </a:lnR>
                    <a:lnT w="720" cap="flat">
                      <a:solidFill>
                        <a:srgbClr val="FFFFFF"/>
                      </a:solidFill>
                      <a:prstDash val="solid"/>
                      <a:round/>
                      <a:headEnd type="none" w="med" len="med"/>
                      <a:tailEnd type="none" w="med" len="med"/>
                    </a:lnT>
                    <a:lnB w="720" cap="flat">
                      <a:solidFill>
                        <a:srgbClr val="FFFFFF"/>
                      </a:solidFill>
                      <a:prstDash val="solid"/>
                      <a:round/>
                      <a:headEnd type="none" w="med" len="med"/>
                      <a:tailEnd type="none" w="med" len="med"/>
                    </a:lnB>
                    <a:lnTlToBr>
                      <a:noFill/>
                      <a:headEnd type="none"/>
                      <a:tailEnd type="none"/>
                    </a:lnTlToBr>
                    <a:lnBlToTr>
                      <a:noFill/>
                      <a:headEnd type="none"/>
                      <a:tailEnd type="none"/>
                    </a:lnBlToTr>
                    <a:solidFill>
                      <a:srgbClr val="CCCCCC"/>
                    </a:solidFill>
                  </a:tcPr>
                </a:tc>
              </a:tr>
            </a:tbl>
          </a:graphicData>
        </a:graphic>
      </p:graphicFrame>
      <p:sp>
        <p:nvSpPr>
          <p:cNvPr id="6147" name="SyncfusionLicense"/>
          <p:cNvSpPr txBox="1">
            <a:spLocks noChangeArrowheads="1"/>
          </p:cNvSpPr>
          <p:nvPr/>
        </p:nvSpPr>
        <p:spPr>
          <a:xfrm rot="0">
            <a:off x="0" y="6416675"/>
            <a:ext cx="10080625" cy="1143000"/>
          </a:xfrm>
          <a:prstGeom prst="rect">
            <a:avLst/>
          </a:prstGeom>
          <a:solidFill>
            <a:srgbClr val="FFFFFF"/>
          </a:solidFill>
          <a:ln>
            <a:headEnd type="none"/>
            <a:tailEnd type="none"/>
          </a:ln>
        </p:spPr>
        <p:txBody>
          <a:bodyPr anchor="ctr" wrap="square">
            <a:spAutoFit/>
          </a:bodyPr>
          <a:lstStyle/>
          <a:p>
            <a:pPr algn="ctr" defTabSz="457200">
              <a:defRPr sz="1800" dirty="0">
                <a:solidFill>
                  <a:srgbClr val="FF0000"/>
                </a:solidFill>
              </a:defRPr>
            </a:pPr>
            <a:r>
              <a:rPr/>
              <a:t>Created with a trial version of Syncfusion PowerPoint library or registered the wrong key in your application. Click </a:t>
            </a:r>
            <a:r>
              <a:rPr dirty="0">
                <a:solidFill>
                  <a:srgbClr val="0000FF"/>
                </a:solidFill>
                <a:hlinkClick r:id="DeterministicId1" action="ppaction://hlinkfile">
                  <a:extLst>
                    <a:ext uri="{A12FA001-AC4F-418D-AE19-62706E023703}">
                      <ahyp:hlinkClr xmlns:ahyp="http://schemas.microsoft.com/office/drawing/2018/hyperlinkcolor" val="tx"/>
                    </a:ext>
                  </a:extLst>
                </a:hlinkClick>
              </a:rPr>
              <a:t>here</a:t>
            </a:r>
            <a:r>
              <a:rPr/>
              <a:t> to obtain the valid key.</a:t>
            </a:r>
          </a:p>
        </p:txBody>
      </p:sp>
    </p:spTree>
  </p:cSld>
  <p:clrMapOvr>
    <a:masterClrMapping/>
  </p:clrMapOvr>
  <p:transition spd="med"/>
  <p:timing>
    <p:tnLst>
      <p:par>
        <p:cTn dur="indefinite" id="1" nodeType="tmRoot">
          <p:childTnLst>
            <p:seq concurrent="1" nextAc="seek">
              <p:cTn dur="indefinite" id="2" nodeType="mainSeq">
                <p:childTnLst>
                  <p:par>
                    <p:cTn fill="hold" id="3" nodeType="clickPar">
                      <p:stCondLst>
                        <p:cond delay="indefinite"/>
                      </p:stCondLst>
                      <p:childTnLst>
                        <p:par>
                          <p:cTn fill="hold" id="4" nodeType="withGroup">
                            <p:stCondLst>
                              <p:cond delay="0"/>
                            </p:stCondLst>
                            <p:childTnLst>
                              <p:par>
                                <p:cTn fill="hold" id="5" nodeType="clickEffect" presetClass="entr" presetID="1">
                                  <p:stCondLst>
                                    <p:cond delay="0"/>
                                  </p:stCondLst>
                                  <p:childTnLst>
                                    <p:set>
                                      <p:cBhvr additive="repl">
                                        <p:cTn dur="1" fill="hold" id="6">
                                          <p:stCondLst>
                                            <p:cond delay="0"/>
                                          </p:stCondLst>
                                        </p:cTn>
                                        <p:tgtEl>
                                          <p:spTgt spid="6145">
                                            <p:txEl>
                                              <p:pRg st="0" end="0"/>
                                            </p:txEl>
                                          </p:spTgt>
                                        </p:tgtEl>
                                        <p:attrNameLst>
                                          <p:attrName>style.visibility</p:attrName>
                                        </p:attrNameLst>
                                      </p:cBhvr>
                                      <p:to>
                                        <p:strVal val="visible"/>
                                      </p:to>
                                    </p:set>
                                  </p:childTnLst>
                                </p:cTn>
                              </p:par>
                            </p:childTnLst>
                          </p:cTn>
                        </p:par>
                      </p:childTnLst>
                    </p:cTn>
                  </p:par>
                  <p:par>
                    <p:cTn fill="hold" id="7" nodeType="clickPar">
                      <p:stCondLst>
                        <p:cond delay="indefinite"/>
                      </p:stCondLst>
                      <p:childTnLst>
                        <p:par>
                          <p:cTn fill="hold" id="8" nodeType="withGroup">
                            <p:stCondLst>
                              <p:cond delay="0"/>
                            </p:stCondLst>
                            <p:childTnLst>
                              <p:par>
                                <p:cTn fill="hold" id="9" nodeType="clickEffect" presetClass="entr" presetID="1">
                                  <p:stCondLst>
                                    <p:cond delay="0"/>
                                  </p:stCondLst>
                                  <p:childTnLst>
                                    <p:set>
                                      <p:cBhvr additive="repl">
                                        <p:cTn dur="1" fill="hold" id="10">
                                          <p:stCondLst>
                                            <p:cond delay="0"/>
                                          </p:stCondLst>
                                        </p:cTn>
                                        <p:tgtEl>
                                          <p:spTgt spid="6146"/>
                                        </p:tgtEl>
                                        <p:attrNameLst>
                                          <p:attrName>style.visibility</p:attrName>
                                        </p:attrNameLst>
                                      </p:cBhvr>
                                      <p:to>
                                        <p:strVal val="visible"/>
                                      </p:to>
                                    </p:set>
                                  </p:childTnLst>
                                </p:cTn>
                              </p:par>
                            </p:childTnLst>
                          </p:cTn>
                        </p:par>
                      </p:childTnLst>
                    </p:cTn>
                  </p:par>
                </p:childTnLst>
              </p:cTn>
              <p:prevCondLst>
                <p:cond delay="0" evt="onPrev">
                  <p:tgtEl>
                    <p:sldTgt/>
                  </p:tgtEl>
                </p:cond>
              </p:prevCondLst>
              <p:nextCondLst>
                <p:cond delay="0" evt="onNext">
                  <p:tgtEl>
                    <p:sldTgt/>
                  </p:tgtEl>
                </p:cond>
              </p:nextCondLst>
            </p:seq>
          </p:childTnLst>
        </p:cTn>
      </p:par>
    </p:tnLst>
  </p:timing>
</p:sld>
</file>

<file path=ppt/theme/theme1.xml><?xml version="1.0" encoding="utf-8"?>
<a:theme xmlns:a="http://schemas.openxmlformats.org/drawingml/2006/main" name="Office Theme">
  <a:themeElements>
    <a:clrScheme name="Office Them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Theme">
      <a:majorFont>
        <a:latin typeface="Arial"/>
        <a:ea typeface=""/>
        <a:cs typeface="Droid Sans Fallback"/>
      </a:majorFont>
      <a:minorFont>
        <a:latin typeface="Arial"/>
        <a:ea typeface=""/>
        <a:cs typeface="Droid Sans Fallback"/>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a:gradFill>
      </a:fillStyleLst>
      <a:lnStyleLst>
        <a:ln w="6350" cap="flat">
          <a:solidFill>
            <a:schemeClr val="phClr"/>
          </a:solidFill>
          <a:prstDash val="solid"/>
          <a:miter/>
          <a:headEnd type="none"/>
          <a:tailEnd type="none"/>
        </a:ln>
        <a:ln w="12700" cap="flat">
          <a:solidFill>
            <a:schemeClr val="phClr"/>
          </a:solidFill>
          <a:prstDash val="solid"/>
          <a:miter/>
          <a:headEnd type="none"/>
          <a:tailEnd type="none"/>
        </a:ln>
        <a:ln w="19050" cap="flat">
          <a:solidFill>
            <a:schemeClr val="phClr"/>
          </a:solidFill>
          <a:prstDash val="solid"/>
          <a:miter/>
          <a:headEnd type="none"/>
          <a:tailEnd type="none"/>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a:gradFill>
      </a:bgFillStyleLst>
    </a:fmtScheme>
  </a:themeElements>
</a:theme>
</file>

<file path=ppt/theme/theme2.xml><?xml version="1.0" encoding="utf-8"?>
<a:theme xmlns:a="http://schemas.openxmlformats.org/drawingml/2006/main" name="Office Theme">
  <a:themeElements>
    <a:clrScheme name="Office Them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Theme">
      <a:majorFont>
        <a:latin typeface="Arial"/>
        <a:ea typeface=""/>
        <a:cs typeface="WenQuanYi Zen Hei"/>
      </a:majorFont>
      <a:minorFont>
        <a:latin typeface="Arial"/>
        <a:ea typeface=""/>
        <a:cs typeface="WenQuanYi Zen He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a:gradFill>
      </a:fillStyleLst>
      <a:lnStyleLst>
        <a:ln w="6350" cap="flat">
          <a:solidFill>
            <a:schemeClr val="phClr"/>
          </a:solidFill>
          <a:prstDash val="solid"/>
          <a:miter/>
          <a:headEnd type="none"/>
          <a:tailEnd type="none"/>
        </a:ln>
        <a:ln w="12700" cap="flat">
          <a:solidFill>
            <a:schemeClr val="phClr"/>
          </a:solidFill>
          <a:prstDash val="solid"/>
          <a:miter/>
          <a:headEnd type="none"/>
          <a:tailEnd type="none"/>
        </a:ln>
        <a:ln w="19050" cap="flat">
          <a:solidFill>
            <a:schemeClr val="phClr"/>
          </a:solidFill>
          <a:prstDash val="solid"/>
          <a:miter/>
          <a:headEnd type="none"/>
          <a:tailEnd type="none"/>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a:gradFill>
      </a:bgFillStyleLst>
    </a:fmtScheme>
  </a:themeElements>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a:gradFill>
      </a:fillStyleLst>
      <a:lnStyleLst>
        <a:ln w="6350" cap="flat">
          <a:solidFill>
            <a:schemeClr val="phClr"/>
          </a:solidFill>
          <a:prstDash val="solid"/>
          <a:miter/>
          <a:headEnd type="none"/>
          <a:tailEnd type="none"/>
        </a:ln>
        <a:ln w="12700" cap="flat">
          <a:solidFill>
            <a:schemeClr val="phClr"/>
          </a:solidFill>
          <a:prstDash val="solid"/>
          <a:miter/>
          <a:headEnd type="none"/>
          <a:tailEnd type="none"/>
        </a:ln>
        <a:ln w="19050" cap="flat">
          <a:solidFill>
            <a:schemeClr val="phClr"/>
          </a:solidFill>
          <a:prstDash val="solid"/>
          <a:miter/>
          <a:headEnd type="none"/>
          <a:tailEnd type="none"/>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a:gradFill>
      </a:bgFillStyleLst>
    </a:fmtScheme>
  </a:themeElements>
</a:theme>
</file>

<file path=docProps/app.xml><?xml version="1.0" encoding="utf-8"?>
<Properties xmlns="http://schemas.openxmlformats.org/officeDocument/2006/extended-properties">
  <Application>Microsoft Office PowerPoint</Application>
  <Characters>0</Characters>
  <Lines>0</Lines>
  <MMClips>0</MMClips>
  <Notes>3</Notes>
  <Pages>0</Pages>
  <Paragraphs>14</Paragraphs>
  <PresentationFormat>Custom</PresentationFormat>
  <HiddenSlides>0</HiddenSlides>
  <LinksUpToDate>false</LinksUpToDate>
  <ScaleCrop>false</ScaleCrop>
  <Slides>3</Slides>
  <TotalTime>0</TotalTime>
  <Words>231</Words>
  <AppVersion>16.0000</AppVersion>
</Properties>
</file>

<file path=docProps/core.xml><?xml version="1.0" encoding="utf-8"?>
<cp:coreProperties xmlns:dc="http://purl.org/dc/elements/1.1/" xmlns:dcterms="http://purl.org/dc/terms/" xmlns:dcmitype="http://purl.org/dc/dcmitype/" xmlns:xsi="http://www.w3.org/2001/XMLSchema-instance" xmlns:cp="http://schemas.openxmlformats.org/package/2006/metadata/core-properties">
  <dc:description/>
  <dc:subject/>
  <cp:revision>1</cp:revision>
  <dc:title>Lorem ipsum</dc:title>
</cp:coreProperties>
</file>